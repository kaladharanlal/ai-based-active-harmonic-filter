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5" r:id="rId5"/>
    <p:sldId id="259" r:id="rId6"/>
    <p:sldId id="260" r:id="rId7"/>
    <p:sldId id="261" r:id="rId8"/>
    <p:sldId id="266"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14" y="-696"/>
      </p:cViewPr>
      <p:guideLst/>
    </p:cSldViewPr>
  </p:slideViewPr>
  <p:notesTextViewPr>
    <p:cViewPr>
      <p:scale>
        <a:sx n="1" d="1"/>
        <a:sy n="1" d="1"/>
      </p:scale>
      <p:origin x="0" y="0"/>
    </p:cViewPr>
  </p:notesTextViewPr>
  <p:sorterViewPr>
    <p:cViewPr>
      <p:scale>
        <a:sx n="150" d="100"/>
        <a:sy n="150" d="100"/>
      </p:scale>
      <p:origin x="0" y="-18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838492-8720-4E87-8047-C05D27EFAA17}" type="doc">
      <dgm:prSet loTypeId="urn:microsoft.com/office/officeart/2005/8/layout/process1" loCatId="process" qsTypeId="urn:microsoft.com/office/officeart/2005/8/quickstyle/simple1" qsCatId="simple" csTypeId="urn:microsoft.com/office/officeart/2005/8/colors/accent0_1" csCatId="mainScheme" phldr="1"/>
      <dgm:spPr/>
      <dgm:t>
        <a:bodyPr/>
        <a:lstStyle/>
        <a:p>
          <a:endParaRPr lang="en-IN"/>
        </a:p>
      </dgm:t>
    </dgm:pt>
    <dgm:pt modelId="{9BEF2E08-736E-4D6F-A441-4F93FCE1A583}">
      <dgm:prSet phldrT="[Text]" custT="1"/>
      <dgm:spPr/>
      <dgm:t>
        <a:bodyPr/>
        <a:lstStyle/>
        <a:p>
          <a:pPr>
            <a:buNone/>
          </a:pPr>
          <a:r>
            <a:rPr lang="en-IN" sz="1400" dirty="0"/>
            <a:t> 1. Conventional APF</a:t>
          </a:r>
        </a:p>
      </dgm:t>
    </dgm:pt>
    <dgm:pt modelId="{9B76285A-BA71-4128-9096-DDBE6B4F1636}" type="parTrans" cxnId="{DBF8306A-22F3-438E-B1B0-2E7C7327362D}">
      <dgm:prSet/>
      <dgm:spPr/>
      <dgm:t>
        <a:bodyPr/>
        <a:lstStyle/>
        <a:p>
          <a:endParaRPr lang="en-IN"/>
        </a:p>
      </dgm:t>
    </dgm:pt>
    <dgm:pt modelId="{CA17B70C-177A-4891-B8DB-9FEA1D78D3B0}" type="sibTrans" cxnId="{DBF8306A-22F3-438E-B1B0-2E7C7327362D}">
      <dgm:prSet/>
      <dgm:spPr/>
      <dgm:t>
        <a:bodyPr/>
        <a:lstStyle/>
        <a:p>
          <a:endParaRPr lang="en-IN"/>
        </a:p>
      </dgm:t>
    </dgm:pt>
    <dgm:pt modelId="{2B1EF8A4-8245-452D-822A-BAE3DA42FAD9}">
      <dgm:prSet phldrT="[Text]" custT="1"/>
      <dgm:spPr/>
      <dgm:t>
        <a:bodyPr/>
        <a:lstStyle/>
        <a:p>
          <a:pPr>
            <a:buNone/>
          </a:pPr>
          <a:r>
            <a:rPr lang="en-IN" sz="1400" b="0" dirty="0"/>
            <a:t>2. Dataset generation </a:t>
          </a:r>
        </a:p>
      </dgm:t>
    </dgm:pt>
    <dgm:pt modelId="{E29D46D2-C2B8-4953-81E7-147FD915BB21}" type="parTrans" cxnId="{A5890744-1B3B-4527-8078-55B35872F363}">
      <dgm:prSet/>
      <dgm:spPr/>
      <dgm:t>
        <a:bodyPr/>
        <a:lstStyle/>
        <a:p>
          <a:endParaRPr lang="en-IN"/>
        </a:p>
      </dgm:t>
    </dgm:pt>
    <dgm:pt modelId="{3AEEAC11-5D8E-4C54-9CBD-CC4C607747E9}" type="sibTrans" cxnId="{A5890744-1B3B-4527-8078-55B35872F363}">
      <dgm:prSet/>
      <dgm:spPr/>
      <dgm:t>
        <a:bodyPr/>
        <a:lstStyle/>
        <a:p>
          <a:endParaRPr lang="en-IN"/>
        </a:p>
      </dgm:t>
    </dgm:pt>
    <dgm:pt modelId="{F2038FA5-3486-4D77-BCA0-7C2635EE95BA}">
      <dgm:prSet custT="1"/>
      <dgm:spPr/>
      <dgm:t>
        <a:bodyPr/>
        <a:lstStyle/>
        <a:p>
          <a:pPr>
            <a:buNone/>
          </a:pPr>
          <a:r>
            <a:rPr lang="en-IN" sz="1400" b="0" dirty="0"/>
            <a:t>3. </a:t>
          </a:r>
          <a:r>
            <a:rPr lang="en-IN" sz="1400" dirty="0"/>
            <a:t>Lightweight ANN Design</a:t>
          </a:r>
          <a:endParaRPr lang="en-IN" sz="1400" b="0" dirty="0"/>
        </a:p>
      </dgm:t>
    </dgm:pt>
    <dgm:pt modelId="{DFD5BEDD-F377-4009-87E2-334837EB9967}" type="parTrans" cxnId="{C585070F-D2D8-4BF7-862F-6EF0C277AF29}">
      <dgm:prSet/>
      <dgm:spPr/>
      <dgm:t>
        <a:bodyPr/>
        <a:lstStyle/>
        <a:p>
          <a:endParaRPr lang="en-IN"/>
        </a:p>
      </dgm:t>
    </dgm:pt>
    <dgm:pt modelId="{AA739882-4021-4A02-897B-87743F11B03B}" type="sibTrans" cxnId="{C585070F-D2D8-4BF7-862F-6EF0C277AF29}">
      <dgm:prSet/>
      <dgm:spPr/>
      <dgm:t>
        <a:bodyPr/>
        <a:lstStyle/>
        <a:p>
          <a:endParaRPr lang="en-IN"/>
        </a:p>
      </dgm:t>
    </dgm:pt>
    <dgm:pt modelId="{BFDAA3A0-CE03-41CB-BE65-171A2D55F4E7}">
      <dgm:prSet custT="1"/>
      <dgm:spPr/>
      <dgm:t>
        <a:bodyPr/>
        <a:lstStyle/>
        <a:p>
          <a:pPr>
            <a:buFont typeface="Arial" panose="020B0604020202020204" pitchFamily="34" charset="0"/>
            <a:buChar char="•"/>
          </a:pPr>
          <a:r>
            <a:rPr lang="en-IN" sz="1400" dirty="0"/>
            <a:t>Select ANN architectures</a:t>
          </a:r>
          <a:endParaRPr lang="en-IN" sz="1400" b="0" dirty="0"/>
        </a:p>
      </dgm:t>
    </dgm:pt>
    <dgm:pt modelId="{5F2312D7-7374-43D6-8582-CC388864A42E}" type="parTrans" cxnId="{BC92568A-9882-4B97-A43A-979B440311E0}">
      <dgm:prSet/>
      <dgm:spPr/>
      <dgm:t>
        <a:bodyPr/>
        <a:lstStyle/>
        <a:p>
          <a:endParaRPr lang="en-IN"/>
        </a:p>
      </dgm:t>
    </dgm:pt>
    <dgm:pt modelId="{6B202DFD-AFB3-49DC-B664-679F9E9513AF}" type="sibTrans" cxnId="{BC92568A-9882-4B97-A43A-979B440311E0}">
      <dgm:prSet/>
      <dgm:spPr/>
      <dgm:t>
        <a:bodyPr/>
        <a:lstStyle/>
        <a:p>
          <a:endParaRPr lang="en-IN"/>
        </a:p>
      </dgm:t>
    </dgm:pt>
    <dgm:pt modelId="{0C2A9D5E-B5E4-4E13-9CD4-B4C57CDA997A}">
      <dgm:prSet custT="1"/>
      <dgm:spPr/>
      <dgm:t>
        <a:bodyPr/>
        <a:lstStyle/>
        <a:p>
          <a:pPr>
            <a:buNone/>
          </a:pPr>
          <a:r>
            <a:rPr lang="en-IN" sz="1400" b="0" dirty="0"/>
            <a:t>4. </a:t>
          </a:r>
          <a:r>
            <a:rPr lang="en-IN" sz="1400" dirty="0"/>
            <a:t>Evaluate each ANN</a:t>
          </a:r>
          <a:endParaRPr lang="en-IN" sz="1400" b="0" dirty="0"/>
        </a:p>
      </dgm:t>
    </dgm:pt>
    <dgm:pt modelId="{642AA446-4E48-4156-99EA-3B5FEA8C7303}" type="parTrans" cxnId="{0CB33E11-F1AF-40FD-A67A-C0905F568DA6}">
      <dgm:prSet/>
      <dgm:spPr/>
      <dgm:t>
        <a:bodyPr/>
        <a:lstStyle/>
        <a:p>
          <a:endParaRPr lang="en-IN"/>
        </a:p>
      </dgm:t>
    </dgm:pt>
    <dgm:pt modelId="{B3CFC25C-89AE-4D0B-B81F-5CC89E292AA7}" type="sibTrans" cxnId="{0CB33E11-F1AF-40FD-A67A-C0905F568DA6}">
      <dgm:prSet/>
      <dgm:spPr/>
      <dgm:t>
        <a:bodyPr/>
        <a:lstStyle/>
        <a:p>
          <a:endParaRPr lang="en-IN"/>
        </a:p>
      </dgm:t>
    </dgm:pt>
    <dgm:pt modelId="{1DE24009-68B7-4C46-A18F-E6799E7F1103}">
      <dgm:prSet custT="1"/>
      <dgm:spPr/>
      <dgm:t>
        <a:bodyPr/>
        <a:lstStyle/>
        <a:p>
          <a:pPr>
            <a:buNone/>
          </a:pPr>
          <a:r>
            <a:rPr lang="en-IN" sz="1400" b="0" dirty="0"/>
            <a:t>5. Varying load study</a:t>
          </a:r>
        </a:p>
      </dgm:t>
    </dgm:pt>
    <dgm:pt modelId="{F4A6B322-A7FC-4ED1-8F52-2815E47304B6}" type="parTrans" cxnId="{884DF7CB-2A92-4FB5-B373-DD1412D3DF4D}">
      <dgm:prSet/>
      <dgm:spPr/>
      <dgm:t>
        <a:bodyPr/>
        <a:lstStyle/>
        <a:p>
          <a:endParaRPr lang="en-IN"/>
        </a:p>
      </dgm:t>
    </dgm:pt>
    <dgm:pt modelId="{41CC59DD-6479-49AE-9C4A-81BD14FCC0A5}" type="sibTrans" cxnId="{884DF7CB-2A92-4FB5-B373-DD1412D3DF4D}">
      <dgm:prSet/>
      <dgm:spPr/>
      <dgm:t>
        <a:bodyPr/>
        <a:lstStyle/>
        <a:p>
          <a:endParaRPr lang="en-IN"/>
        </a:p>
      </dgm:t>
    </dgm:pt>
    <dgm:pt modelId="{9EB3CC81-0E35-4AEC-A4DC-C12C4EEE5147}">
      <dgm:prSet custT="1"/>
      <dgm:spPr/>
      <dgm:t>
        <a:bodyPr/>
        <a:lstStyle/>
        <a:p>
          <a:pPr>
            <a:buFont typeface="Arial" panose="020B0604020202020204" pitchFamily="34" charset="0"/>
            <a:buChar char="•"/>
          </a:pPr>
          <a:r>
            <a:rPr lang="en-IN" sz="1400" b="0" dirty="0"/>
            <a:t>Training - Loads A, B, C </a:t>
          </a:r>
        </a:p>
      </dgm:t>
    </dgm:pt>
    <dgm:pt modelId="{425E5571-7208-4419-B141-B9218FD3B8CF}" type="parTrans" cxnId="{7E483798-72B4-439A-A07B-D3E793F5D178}">
      <dgm:prSet/>
      <dgm:spPr/>
      <dgm:t>
        <a:bodyPr/>
        <a:lstStyle/>
        <a:p>
          <a:endParaRPr lang="en-IN"/>
        </a:p>
      </dgm:t>
    </dgm:pt>
    <dgm:pt modelId="{350D2D53-426A-4D4B-8807-36EAD6AF633E}" type="sibTrans" cxnId="{7E483798-72B4-439A-A07B-D3E793F5D178}">
      <dgm:prSet/>
      <dgm:spPr/>
      <dgm:t>
        <a:bodyPr/>
        <a:lstStyle/>
        <a:p>
          <a:endParaRPr lang="en-IN"/>
        </a:p>
      </dgm:t>
    </dgm:pt>
    <dgm:pt modelId="{BB6D47AF-9779-4CB6-BA11-83B1C0B47D3C}">
      <dgm:prSet custT="1"/>
      <dgm:spPr/>
      <dgm:t>
        <a:bodyPr/>
        <a:lstStyle/>
        <a:p>
          <a:pPr>
            <a:buFont typeface="Arial" panose="020B0604020202020204" pitchFamily="34" charset="0"/>
            <a:buChar char="•"/>
          </a:pPr>
          <a:r>
            <a:rPr lang="en-IN" sz="1400" b="0" dirty="0"/>
            <a:t>Testing - Loads D, E, F </a:t>
          </a:r>
        </a:p>
      </dgm:t>
    </dgm:pt>
    <dgm:pt modelId="{970E1BB0-3975-47AF-94F9-A92CE9355236}" type="parTrans" cxnId="{0FCEA855-FF1C-4318-8686-DD584F8DCD41}">
      <dgm:prSet/>
      <dgm:spPr/>
      <dgm:t>
        <a:bodyPr/>
        <a:lstStyle/>
        <a:p>
          <a:endParaRPr lang="en-IN"/>
        </a:p>
      </dgm:t>
    </dgm:pt>
    <dgm:pt modelId="{990C5789-1A19-440B-8431-27C9C4703BC1}" type="sibTrans" cxnId="{0FCEA855-FF1C-4318-8686-DD584F8DCD41}">
      <dgm:prSet/>
      <dgm:spPr/>
      <dgm:t>
        <a:bodyPr/>
        <a:lstStyle/>
        <a:p>
          <a:endParaRPr lang="en-IN"/>
        </a:p>
      </dgm:t>
    </dgm:pt>
    <dgm:pt modelId="{CF891021-EBB9-4067-AE1A-34966FB27165}">
      <dgm:prSet custT="1"/>
      <dgm:spPr/>
      <dgm:t>
        <a:bodyPr/>
        <a:lstStyle/>
        <a:p>
          <a:pPr>
            <a:buNone/>
          </a:pPr>
          <a:r>
            <a:rPr lang="en-IN" sz="1400" b="0" dirty="0"/>
            <a:t>6. Hardware</a:t>
          </a:r>
        </a:p>
      </dgm:t>
    </dgm:pt>
    <dgm:pt modelId="{501AFF88-0995-4D51-BF0F-65E3D2FF670B}" type="parTrans" cxnId="{EE2E14B3-9181-485E-B317-2FBE369CEC04}">
      <dgm:prSet/>
      <dgm:spPr/>
      <dgm:t>
        <a:bodyPr/>
        <a:lstStyle/>
        <a:p>
          <a:endParaRPr lang="en-IN"/>
        </a:p>
      </dgm:t>
    </dgm:pt>
    <dgm:pt modelId="{82D44700-34BB-43A4-B4D1-A10F8DE4F1EC}" type="sibTrans" cxnId="{EE2E14B3-9181-485E-B317-2FBE369CEC04}">
      <dgm:prSet/>
      <dgm:spPr/>
      <dgm:t>
        <a:bodyPr/>
        <a:lstStyle/>
        <a:p>
          <a:endParaRPr lang="en-IN"/>
        </a:p>
      </dgm:t>
    </dgm:pt>
    <dgm:pt modelId="{4B6378CA-2037-43AA-A14F-B8FBCA5D5444}">
      <dgm:prSet custT="1"/>
      <dgm:spPr/>
      <dgm:t>
        <a:bodyPr/>
        <a:lstStyle/>
        <a:p>
          <a:pPr>
            <a:buFont typeface="Arial" panose="020B0604020202020204" pitchFamily="34" charset="0"/>
            <a:buChar char="•"/>
          </a:pPr>
          <a:r>
            <a:rPr lang="en-IN" sz="1400" dirty="0"/>
            <a:t>Train</a:t>
          </a:r>
          <a:endParaRPr lang="en-IN" sz="1400" b="0" dirty="0"/>
        </a:p>
      </dgm:t>
    </dgm:pt>
    <dgm:pt modelId="{EEA0C595-3D8E-4222-A7C5-7BF01690F97B}" type="parTrans" cxnId="{09A2A331-A439-4AED-9ACE-CAAE55C0B7CB}">
      <dgm:prSet/>
      <dgm:spPr/>
      <dgm:t>
        <a:bodyPr/>
        <a:lstStyle/>
        <a:p>
          <a:endParaRPr lang="en-IN"/>
        </a:p>
      </dgm:t>
    </dgm:pt>
    <dgm:pt modelId="{9CACE284-252F-4FBF-8B26-FFD4171A8AAB}" type="sibTrans" cxnId="{09A2A331-A439-4AED-9ACE-CAAE55C0B7CB}">
      <dgm:prSet/>
      <dgm:spPr/>
      <dgm:t>
        <a:bodyPr/>
        <a:lstStyle/>
        <a:p>
          <a:endParaRPr lang="en-IN"/>
        </a:p>
      </dgm:t>
    </dgm:pt>
    <dgm:pt modelId="{74A76106-13B5-4FA1-8257-7C576C2A3843}">
      <dgm:prSet custT="1"/>
      <dgm:spPr/>
      <dgm:t>
        <a:bodyPr/>
        <a:lstStyle/>
        <a:p>
          <a:pPr>
            <a:buFont typeface="Arial" panose="020B0604020202020204" pitchFamily="34" charset="0"/>
            <a:buChar char="•"/>
          </a:pPr>
          <a:r>
            <a:rPr lang="en-IN" sz="1400" dirty="0"/>
            <a:t>Validate</a:t>
          </a:r>
          <a:endParaRPr lang="en-IN" sz="1400" b="0" dirty="0"/>
        </a:p>
      </dgm:t>
    </dgm:pt>
    <dgm:pt modelId="{02D0819A-8560-4AB9-BA86-A05D06F6E7E2}" type="parTrans" cxnId="{6AE2A2E8-64D2-42EB-AB37-7DBA8550AA24}">
      <dgm:prSet/>
      <dgm:spPr/>
      <dgm:t>
        <a:bodyPr/>
        <a:lstStyle/>
        <a:p>
          <a:endParaRPr lang="en-IN"/>
        </a:p>
      </dgm:t>
    </dgm:pt>
    <dgm:pt modelId="{3F27A471-10FE-4603-9D87-3AEC3E15880A}" type="sibTrans" cxnId="{6AE2A2E8-64D2-42EB-AB37-7DBA8550AA24}">
      <dgm:prSet/>
      <dgm:spPr/>
      <dgm:t>
        <a:bodyPr/>
        <a:lstStyle/>
        <a:p>
          <a:endParaRPr lang="en-IN"/>
        </a:p>
      </dgm:t>
    </dgm:pt>
    <dgm:pt modelId="{3D6FC218-7A98-4949-B776-2062FFC945EA}">
      <dgm:prSet custT="1"/>
      <dgm:spPr/>
      <dgm:t>
        <a:bodyPr/>
        <a:lstStyle/>
        <a:p>
          <a:pPr>
            <a:buFont typeface="Arial" panose="020B0604020202020204" pitchFamily="34" charset="0"/>
            <a:buChar char="•"/>
          </a:pPr>
          <a:r>
            <a:rPr lang="en-IN" sz="1400" dirty="0"/>
            <a:t>Test</a:t>
          </a:r>
          <a:endParaRPr lang="en-IN" sz="1400" b="0" dirty="0"/>
        </a:p>
      </dgm:t>
    </dgm:pt>
    <dgm:pt modelId="{FE70E1A7-8615-4CB2-8785-4E4F2107A436}" type="parTrans" cxnId="{DA749291-2C12-4422-996E-6DA8526C4671}">
      <dgm:prSet/>
      <dgm:spPr/>
      <dgm:t>
        <a:bodyPr/>
        <a:lstStyle/>
        <a:p>
          <a:endParaRPr lang="en-IN"/>
        </a:p>
      </dgm:t>
    </dgm:pt>
    <dgm:pt modelId="{2692E3A2-2B10-4241-BE64-CEEBD9E6DAC1}" type="sibTrans" cxnId="{DA749291-2C12-4422-996E-6DA8526C4671}">
      <dgm:prSet/>
      <dgm:spPr/>
      <dgm:t>
        <a:bodyPr/>
        <a:lstStyle/>
        <a:p>
          <a:endParaRPr lang="en-IN"/>
        </a:p>
      </dgm:t>
    </dgm:pt>
    <dgm:pt modelId="{1C1706FC-5158-48AE-B6F7-B9FC58EEE7EE}">
      <dgm:prSet custT="1"/>
      <dgm:spPr/>
      <dgm:t>
        <a:bodyPr/>
        <a:lstStyle/>
        <a:p>
          <a:pPr>
            <a:buFont typeface="Arial" panose="020B0604020202020204" pitchFamily="34" charset="0"/>
            <a:buChar char="•"/>
          </a:pPr>
          <a:r>
            <a:rPr lang="en-IN" sz="1400" dirty="0"/>
            <a:t>THD </a:t>
          </a:r>
          <a:endParaRPr lang="en-IN" sz="1400" b="0" dirty="0"/>
        </a:p>
      </dgm:t>
    </dgm:pt>
    <dgm:pt modelId="{4E71DA42-C2DC-4B88-A2B8-EDD62EBB68B4}" type="parTrans" cxnId="{81552539-B90F-44B4-B7E4-45CA56AD2633}">
      <dgm:prSet/>
      <dgm:spPr/>
      <dgm:t>
        <a:bodyPr/>
        <a:lstStyle/>
        <a:p>
          <a:endParaRPr lang="en-IN"/>
        </a:p>
      </dgm:t>
    </dgm:pt>
    <dgm:pt modelId="{16226585-E2DD-45BD-B877-32958A592FFD}" type="sibTrans" cxnId="{81552539-B90F-44B4-B7E4-45CA56AD2633}">
      <dgm:prSet/>
      <dgm:spPr/>
      <dgm:t>
        <a:bodyPr/>
        <a:lstStyle/>
        <a:p>
          <a:endParaRPr lang="en-IN"/>
        </a:p>
      </dgm:t>
    </dgm:pt>
    <dgm:pt modelId="{EDBA9BE3-3F50-44FB-835C-7C179E6234FF}">
      <dgm:prSet custT="1"/>
      <dgm:spPr/>
      <dgm:t>
        <a:bodyPr/>
        <a:lstStyle/>
        <a:p>
          <a:pPr>
            <a:buFont typeface="Arial" panose="020B0604020202020204" pitchFamily="34" charset="0"/>
            <a:buChar char="•"/>
          </a:pPr>
          <a:r>
            <a:rPr lang="en-IN" sz="1400" dirty="0"/>
            <a:t>Reference current error </a:t>
          </a:r>
        </a:p>
      </dgm:t>
    </dgm:pt>
    <dgm:pt modelId="{1D1F2425-B2EB-4562-BDB4-644FE76BBB2C}" type="parTrans" cxnId="{0813E6C8-FED2-40A2-9804-0B8CBD8CA7F3}">
      <dgm:prSet/>
      <dgm:spPr/>
      <dgm:t>
        <a:bodyPr/>
        <a:lstStyle/>
        <a:p>
          <a:endParaRPr lang="en-IN"/>
        </a:p>
      </dgm:t>
    </dgm:pt>
    <dgm:pt modelId="{196149F7-E96D-46BF-A30E-8485A960DBCA}" type="sibTrans" cxnId="{0813E6C8-FED2-40A2-9804-0B8CBD8CA7F3}">
      <dgm:prSet/>
      <dgm:spPr/>
      <dgm:t>
        <a:bodyPr/>
        <a:lstStyle/>
        <a:p>
          <a:endParaRPr lang="en-IN"/>
        </a:p>
      </dgm:t>
    </dgm:pt>
    <dgm:pt modelId="{624926BD-D27D-4980-8B78-3610B150C832}">
      <dgm:prSet custT="1"/>
      <dgm:spPr/>
      <dgm:t>
        <a:bodyPr/>
        <a:lstStyle/>
        <a:p>
          <a:pPr>
            <a:buFont typeface="Arial" panose="020B0604020202020204" pitchFamily="34" charset="0"/>
            <a:buChar char="•"/>
          </a:pPr>
          <a:r>
            <a:rPr lang="en-IN" sz="1400"/>
            <a:t>Memory requirement </a:t>
          </a:r>
        </a:p>
      </dgm:t>
    </dgm:pt>
    <dgm:pt modelId="{0D40922D-54F0-433A-B17D-7123E26E5F59}" type="parTrans" cxnId="{641D4D83-F633-438A-94F2-79AA72926E9F}">
      <dgm:prSet/>
      <dgm:spPr/>
      <dgm:t>
        <a:bodyPr/>
        <a:lstStyle/>
        <a:p>
          <a:endParaRPr lang="en-IN"/>
        </a:p>
      </dgm:t>
    </dgm:pt>
    <dgm:pt modelId="{7E38734F-AD0E-4D45-AD78-096BC892A9E1}" type="sibTrans" cxnId="{641D4D83-F633-438A-94F2-79AA72926E9F}">
      <dgm:prSet/>
      <dgm:spPr/>
      <dgm:t>
        <a:bodyPr/>
        <a:lstStyle/>
        <a:p>
          <a:endParaRPr lang="en-IN"/>
        </a:p>
      </dgm:t>
    </dgm:pt>
    <dgm:pt modelId="{7467C266-D776-44B0-A312-F5B2D65957D4}">
      <dgm:prSet custT="1"/>
      <dgm:spPr/>
      <dgm:t>
        <a:bodyPr/>
        <a:lstStyle/>
        <a:p>
          <a:pPr>
            <a:buFont typeface="Arial" panose="020B0604020202020204" pitchFamily="34" charset="0"/>
            <a:buChar char="•"/>
          </a:pPr>
          <a:r>
            <a:rPr lang="en-IN" sz="1400" dirty="0"/>
            <a:t>Total control-loop time</a:t>
          </a:r>
        </a:p>
      </dgm:t>
    </dgm:pt>
    <dgm:pt modelId="{7388DC82-2CD9-426D-B437-DD4185F657E4}" type="parTrans" cxnId="{E3ADAE21-E71A-4971-BCEB-C57CA43E3A8F}">
      <dgm:prSet/>
      <dgm:spPr/>
      <dgm:t>
        <a:bodyPr/>
        <a:lstStyle/>
        <a:p>
          <a:endParaRPr lang="en-IN"/>
        </a:p>
      </dgm:t>
    </dgm:pt>
    <dgm:pt modelId="{418D25D5-789C-47C2-A313-84C678C0C58C}" type="sibTrans" cxnId="{E3ADAE21-E71A-4971-BCEB-C57CA43E3A8F}">
      <dgm:prSet/>
      <dgm:spPr/>
      <dgm:t>
        <a:bodyPr/>
        <a:lstStyle/>
        <a:p>
          <a:endParaRPr lang="en-IN"/>
        </a:p>
      </dgm:t>
    </dgm:pt>
    <dgm:pt modelId="{859E4129-5A6B-4B48-8866-D5BB33EDBD64}" type="pres">
      <dgm:prSet presAssocID="{0A838492-8720-4E87-8047-C05D27EFAA17}" presName="Name0" presStyleCnt="0">
        <dgm:presLayoutVars>
          <dgm:dir/>
          <dgm:resizeHandles val="exact"/>
        </dgm:presLayoutVars>
      </dgm:prSet>
      <dgm:spPr/>
    </dgm:pt>
    <dgm:pt modelId="{34438848-4F9E-4690-9D83-1988BF277CA0}" type="pres">
      <dgm:prSet presAssocID="{9BEF2E08-736E-4D6F-A441-4F93FCE1A583}" presName="node" presStyleLbl="node1" presStyleIdx="0" presStyleCnt="6" custScaleX="272476" custLinFactX="200000" custLinFactY="-63497" custLinFactNeighborX="258560" custLinFactNeighborY="-100000">
        <dgm:presLayoutVars>
          <dgm:bulletEnabled val="1"/>
        </dgm:presLayoutVars>
      </dgm:prSet>
      <dgm:spPr/>
    </dgm:pt>
    <dgm:pt modelId="{5DE22A70-238D-44C7-8E60-754C13F8AE05}" type="pres">
      <dgm:prSet presAssocID="{CA17B70C-177A-4891-B8DB-9FEA1D78D3B0}" presName="sibTrans" presStyleLbl="sibTrans2D1" presStyleIdx="0" presStyleCnt="5"/>
      <dgm:spPr/>
    </dgm:pt>
    <dgm:pt modelId="{2E3D0A4F-871A-44DA-B95F-BBE69DE7FBC4}" type="pres">
      <dgm:prSet presAssocID="{CA17B70C-177A-4891-B8DB-9FEA1D78D3B0}" presName="connectorText" presStyleLbl="sibTrans2D1" presStyleIdx="0" presStyleCnt="5"/>
      <dgm:spPr/>
    </dgm:pt>
    <dgm:pt modelId="{1513FA40-D372-4E9A-BBFD-8185287CFB11}" type="pres">
      <dgm:prSet presAssocID="{2B1EF8A4-8245-452D-822A-BAE3DA42FAD9}" presName="node" presStyleLbl="node1" presStyleIdx="1" presStyleCnt="6" custScaleX="223016" custLinFactX="-154544" custLinFactNeighborX="-200000" custLinFactNeighborY="-39168">
        <dgm:presLayoutVars>
          <dgm:bulletEnabled val="1"/>
        </dgm:presLayoutVars>
      </dgm:prSet>
      <dgm:spPr/>
    </dgm:pt>
    <dgm:pt modelId="{F1C4A39E-194B-43C5-AE63-F5D06BE500C4}" type="pres">
      <dgm:prSet presAssocID="{3AEEAC11-5D8E-4C54-9CBD-CC4C607747E9}" presName="sibTrans" presStyleLbl="sibTrans2D1" presStyleIdx="1" presStyleCnt="5"/>
      <dgm:spPr/>
    </dgm:pt>
    <dgm:pt modelId="{6C413F73-90E2-4D98-8DDA-23052C364188}" type="pres">
      <dgm:prSet presAssocID="{3AEEAC11-5D8E-4C54-9CBD-CC4C607747E9}" presName="connectorText" presStyleLbl="sibTrans2D1" presStyleIdx="1" presStyleCnt="5"/>
      <dgm:spPr/>
    </dgm:pt>
    <dgm:pt modelId="{FC667801-1B00-4836-8CB1-5EB20B0FA70D}" type="pres">
      <dgm:prSet presAssocID="{F2038FA5-3486-4D77-BCA0-7C2635EE95BA}" presName="node" presStyleLbl="node1" presStyleIdx="2" presStyleCnt="6" custScaleX="296307" custScaleY="149182" custLinFactX="-135224" custLinFactNeighborX="-200000" custLinFactNeighborY="91881">
        <dgm:presLayoutVars>
          <dgm:bulletEnabled val="1"/>
        </dgm:presLayoutVars>
      </dgm:prSet>
      <dgm:spPr/>
    </dgm:pt>
    <dgm:pt modelId="{AEF68DB1-CE5A-4289-AF8E-BE99C7BBDF93}" type="pres">
      <dgm:prSet presAssocID="{AA739882-4021-4A02-897B-87743F11B03B}" presName="sibTrans" presStyleLbl="sibTrans2D1" presStyleIdx="2" presStyleCnt="5"/>
      <dgm:spPr/>
    </dgm:pt>
    <dgm:pt modelId="{9E765023-1F00-4B17-B324-9259C5AFC1FD}" type="pres">
      <dgm:prSet presAssocID="{AA739882-4021-4A02-897B-87743F11B03B}" presName="connectorText" presStyleLbl="sibTrans2D1" presStyleIdx="2" presStyleCnt="5"/>
      <dgm:spPr/>
    </dgm:pt>
    <dgm:pt modelId="{7A643410-7629-4728-B2E4-C25119440BB8}" type="pres">
      <dgm:prSet presAssocID="{0C2A9D5E-B5E4-4E13-9CD4-B4C57CDA997A}" presName="node" presStyleLbl="node1" presStyleIdx="3" presStyleCnt="6" custScaleX="442760" custScaleY="120718" custLinFactX="-45979" custLinFactNeighborX="-100000" custLinFactNeighborY="81974">
        <dgm:presLayoutVars>
          <dgm:bulletEnabled val="1"/>
        </dgm:presLayoutVars>
      </dgm:prSet>
      <dgm:spPr/>
    </dgm:pt>
    <dgm:pt modelId="{7304C3BD-CDF4-401C-9CE1-F6D9DB8182F8}" type="pres">
      <dgm:prSet presAssocID="{B3CFC25C-89AE-4D0B-B81F-5CC89E292AA7}" presName="sibTrans" presStyleLbl="sibTrans2D1" presStyleIdx="3" presStyleCnt="5"/>
      <dgm:spPr/>
    </dgm:pt>
    <dgm:pt modelId="{F2BDC9C5-2A5F-4448-A28D-5A8390BF1CC7}" type="pres">
      <dgm:prSet presAssocID="{B3CFC25C-89AE-4D0B-B81F-5CC89E292AA7}" presName="connectorText" presStyleLbl="sibTrans2D1" presStyleIdx="3" presStyleCnt="5"/>
      <dgm:spPr/>
    </dgm:pt>
    <dgm:pt modelId="{FF62E612-4573-4F94-8D40-A58D0A84EE7E}" type="pres">
      <dgm:prSet presAssocID="{1DE24009-68B7-4C46-A18F-E6799E7F1103}" presName="node" presStyleLbl="node1" presStyleIdx="4" presStyleCnt="6" custScaleX="469467" custScaleY="80272" custLinFactX="-400000" custLinFactNeighborX="-432005" custLinFactNeighborY="-60463">
        <dgm:presLayoutVars>
          <dgm:bulletEnabled val="1"/>
        </dgm:presLayoutVars>
      </dgm:prSet>
      <dgm:spPr/>
    </dgm:pt>
    <dgm:pt modelId="{46819D05-3543-4F0E-9016-FCC35946AFF9}" type="pres">
      <dgm:prSet presAssocID="{41CC59DD-6479-49AE-9C4A-81BD14FCC0A5}" presName="sibTrans" presStyleLbl="sibTrans2D1" presStyleIdx="4" presStyleCnt="5"/>
      <dgm:spPr/>
    </dgm:pt>
    <dgm:pt modelId="{DF4621B3-4902-4779-9347-664BE2C19FE0}" type="pres">
      <dgm:prSet presAssocID="{41CC59DD-6479-49AE-9C4A-81BD14FCC0A5}" presName="connectorText" presStyleLbl="sibTrans2D1" presStyleIdx="4" presStyleCnt="5"/>
      <dgm:spPr/>
    </dgm:pt>
    <dgm:pt modelId="{59E66402-B9ED-4B5D-9764-95BF43F295C6}" type="pres">
      <dgm:prSet presAssocID="{CF891021-EBB9-4067-AE1A-34966FB27165}" presName="node" presStyleLbl="node1" presStyleIdx="5" presStyleCnt="6" custScaleX="293106" custScaleY="40334" custLinFactX="-251925" custLinFactNeighborX="-300000" custLinFactNeighborY="-71826">
        <dgm:presLayoutVars>
          <dgm:bulletEnabled val="1"/>
        </dgm:presLayoutVars>
      </dgm:prSet>
      <dgm:spPr/>
    </dgm:pt>
  </dgm:ptLst>
  <dgm:cxnLst>
    <dgm:cxn modelId="{230D1108-5690-43C5-97DB-9F389846D996}" type="presOf" srcId="{1C1706FC-5158-48AE-B6F7-B9FC58EEE7EE}" destId="{7A643410-7629-4728-B2E4-C25119440BB8}" srcOrd="0" destOrd="1" presId="urn:microsoft.com/office/officeart/2005/8/layout/process1"/>
    <dgm:cxn modelId="{0E26060D-CDCA-4387-A360-A819C05D2069}" type="presOf" srcId="{EDBA9BE3-3F50-44FB-835C-7C179E6234FF}" destId="{7A643410-7629-4728-B2E4-C25119440BB8}" srcOrd="0" destOrd="2" presId="urn:microsoft.com/office/officeart/2005/8/layout/process1"/>
    <dgm:cxn modelId="{C585070F-D2D8-4BF7-862F-6EF0C277AF29}" srcId="{0A838492-8720-4E87-8047-C05D27EFAA17}" destId="{F2038FA5-3486-4D77-BCA0-7C2635EE95BA}" srcOrd="2" destOrd="0" parTransId="{DFD5BEDD-F377-4009-87E2-334837EB9967}" sibTransId="{AA739882-4021-4A02-897B-87743F11B03B}"/>
    <dgm:cxn modelId="{0CB33E11-F1AF-40FD-A67A-C0905F568DA6}" srcId="{0A838492-8720-4E87-8047-C05D27EFAA17}" destId="{0C2A9D5E-B5E4-4E13-9CD4-B4C57CDA997A}" srcOrd="3" destOrd="0" parTransId="{642AA446-4E48-4156-99EA-3B5FEA8C7303}" sibTransId="{B3CFC25C-89AE-4D0B-B81F-5CC89E292AA7}"/>
    <dgm:cxn modelId="{F304C213-167C-45A3-8C18-E037185345D3}" type="presOf" srcId="{B3CFC25C-89AE-4D0B-B81F-5CC89E292AA7}" destId="{7304C3BD-CDF4-401C-9CE1-F6D9DB8182F8}" srcOrd="0" destOrd="0" presId="urn:microsoft.com/office/officeart/2005/8/layout/process1"/>
    <dgm:cxn modelId="{E3ADAE21-E71A-4971-BCEB-C57CA43E3A8F}" srcId="{0C2A9D5E-B5E4-4E13-9CD4-B4C57CDA997A}" destId="{7467C266-D776-44B0-A312-F5B2D65957D4}" srcOrd="3" destOrd="0" parTransId="{7388DC82-2CD9-426D-B437-DD4185F657E4}" sibTransId="{418D25D5-789C-47C2-A313-84C678C0C58C}"/>
    <dgm:cxn modelId="{0B0CD024-46CC-44EC-8A9B-2E1AFF3D80A6}" type="presOf" srcId="{9BEF2E08-736E-4D6F-A441-4F93FCE1A583}" destId="{34438848-4F9E-4690-9D83-1988BF277CA0}" srcOrd="0" destOrd="0" presId="urn:microsoft.com/office/officeart/2005/8/layout/process1"/>
    <dgm:cxn modelId="{EF497B29-7A6E-4A3F-821B-FA2D87EAC91E}" type="presOf" srcId="{CA17B70C-177A-4891-B8DB-9FEA1D78D3B0}" destId="{2E3D0A4F-871A-44DA-B95F-BBE69DE7FBC4}" srcOrd="1" destOrd="0" presId="urn:microsoft.com/office/officeart/2005/8/layout/process1"/>
    <dgm:cxn modelId="{09A2A331-A439-4AED-9ACE-CAAE55C0B7CB}" srcId="{F2038FA5-3486-4D77-BCA0-7C2635EE95BA}" destId="{4B6378CA-2037-43AA-A14F-B8FBCA5D5444}" srcOrd="1" destOrd="0" parTransId="{EEA0C595-3D8E-4222-A7C5-7BF01690F97B}" sibTransId="{9CACE284-252F-4FBF-8B26-FFD4171A8AAB}"/>
    <dgm:cxn modelId="{6B612139-78D0-4308-B5E3-C0966D67F623}" type="presOf" srcId="{CA17B70C-177A-4891-B8DB-9FEA1D78D3B0}" destId="{5DE22A70-238D-44C7-8E60-754C13F8AE05}" srcOrd="0" destOrd="0" presId="urn:microsoft.com/office/officeart/2005/8/layout/process1"/>
    <dgm:cxn modelId="{81552539-B90F-44B4-B7E4-45CA56AD2633}" srcId="{0C2A9D5E-B5E4-4E13-9CD4-B4C57CDA997A}" destId="{1C1706FC-5158-48AE-B6F7-B9FC58EEE7EE}" srcOrd="0" destOrd="0" parTransId="{4E71DA42-C2DC-4B88-A2B8-EDD62EBB68B4}" sibTransId="{16226585-E2DD-45BD-B877-32958A592FFD}"/>
    <dgm:cxn modelId="{F8096B5C-B3A6-414B-A45E-A709C5273972}" type="presOf" srcId="{AA739882-4021-4A02-897B-87743F11B03B}" destId="{9E765023-1F00-4B17-B324-9259C5AFC1FD}" srcOrd="1" destOrd="0" presId="urn:microsoft.com/office/officeart/2005/8/layout/process1"/>
    <dgm:cxn modelId="{40CE6360-BF4A-45F8-A4FF-1D1F00E7BDEC}" type="presOf" srcId="{F2038FA5-3486-4D77-BCA0-7C2635EE95BA}" destId="{FC667801-1B00-4836-8CB1-5EB20B0FA70D}" srcOrd="0" destOrd="0" presId="urn:microsoft.com/office/officeart/2005/8/layout/process1"/>
    <dgm:cxn modelId="{0D2C2F61-4929-4613-A44E-88994C31C58C}" type="presOf" srcId="{AA739882-4021-4A02-897B-87743F11B03B}" destId="{AEF68DB1-CE5A-4289-AF8E-BE99C7BBDF93}" srcOrd="0" destOrd="0" presId="urn:microsoft.com/office/officeart/2005/8/layout/process1"/>
    <dgm:cxn modelId="{A5890744-1B3B-4527-8078-55B35872F363}" srcId="{0A838492-8720-4E87-8047-C05D27EFAA17}" destId="{2B1EF8A4-8245-452D-822A-BAE3DA42FAD9}" srcOrd="1" destOrd="0" parTransId="{E29D46D2-C2B8-4953-81E7-147FD915BB21}" sibTransId="{3AEEAC11-5D8E-4C54-9CBD-CC4C607747E9}"/>
    <dgm:cxn modelId="{D9A5B748-3FFE-4683-A99F-D037C001D554}" type="presOf" srcId="{4B6378CA-2037-43AA-A14F-B8FBCA5D5444}" destId="{FC667801-1B00-4836-8CB1-5EB20B0FA70D}" srcOrd="0" destOrd="2" presId="urn:microsoft.com/office/officeart/2005/8/layout/process1"/>
    <dgm:cxn modelId="{DBF8306A-22F3-438E-B1B0-2E7C7327362D}" srcId="{0A838492-8720-4E87-8047-C05D27EFAA17}" destId="{9BEF2E08-736E-4D6F-A441-4F93FCE1A583}" srcOrd="0" destOrd="0" parTransId="{9B76285A-BA71-4128-9096-DDBE6B4F1636}" sibTransId="{CA17B70C-177A-4891-B8DB-9FEA1D78D3B0}"/>
    <dgm:cxn modelId="{0061926A-A766-4F78-85CD-7844603DA12C}" type="presOf" srcId="{BFDAA3A0-CE03-41CB-BE65-171A2D55F4E7}" destId="{FC667801-1B00-4836-8CB1-5EB20B0FA70D}" srcOrd="0" destOrd="1" presId="urn:microsoft.com/office/officeart/2005/8/layout/process1"/>
    <dgm:cxn modelId="{E6006A6C-0358-48F0-9B4A-6BD93E3607D4}" type="presOf" srcId="{0A838492-8720-4E87-8047-C05D27EFAA17}" destId="{859E4129-5A6B-4B48-8866-D5BB33EDBD64}" srcOrd="0" destOrd="0" presId="urn:microsoft.com/office/officeart/2005/8/layout/process1"/>
    <dgm:cxn modelId="{5AF9B44C-C093-422E-AF76-26B863EDD4C9}" type="presOf" srcId="{9EB3CC81-0E35-4AEC-A4DC-C12C4EEE5147}" destId="{FF62E612-4573-4F94-8D40-A58D0A84EE7E}" srcOrd="0" destOrd="1" presId="urn:microsoft.com/office/officeart/2005/8/layout/process1"/>
    <dgm:cxn modelId="{B0160A70-9024-4234-A1FA-67AC16A3A6FC}" type="presOf" srcId="{BB6D47AF-9779-4CB6-BA11-83B1C0B47D3C}" destId="{FF62E612-4573-4F94-8D40-A58D0A84EE7E}" srcOrd="0" destOrd="2" presId="urn:microsoft.com/office/officeart/2005/8/layout/process1"/>
    <dgm:cxn modelId="{DFEA4E71-A7E4-4410-ADE5-D05E8CC6CE4E}" type="presOf" srcId="{CF891021-EBB9-4067-AE1A-34966FB27165}" destId="{59E66402-B9ED-4B5D-9764-95BF43F295C6}" srcOrd="0" destOrd="0" presId="urn:microsoft.com/office/officeart/2005/8/layout/process1"/>
    <dgm:cxn modelId="{0FCEA855-FF1C-4318-8686-DD584F8DCD41}" srcId="{1DE24009-68B7-4C46-A18F-E6799E7F1103}" destId="{BB6D47AF-9779-4CB6-BA11-83B1C0B47D3C}" srcOrd="1" destOrd="0" parTransId="{970E1BB0-3975-47AF-94F9-A92CE9355236}" sibTransId="{990C5789-1A19-440B-8431-27C9C4703BC1}"/>
    <dgm:cxn modelId="{238B0878-6A0A-4AF1-8299-40F92E639BF4}" type="presOf" srcId="{3D6FC218-7A98-4949-B776-2062FFC945EA}" destId="{FC667801-1B00-4836-8CB1-5EB20B0FA70D}" srcOrd="0" destOrd="4" presId="urn:microsoft.com/office/officeart/2005/8/layout/process1"/>
    <dgm:cxn modelId="{0FE5F77E-0E7C-439A-B21D-63B5F21F09B7}" type="presOf" srcId="{3AEEAC11-5D8E-4C54-9CBD-CC4C607747E9}" destId="{6C413F73-90E2-4D98-8DDA-23052C364188}" srcOrd="1" destOrd="0" presId="urn:microsoft.com/office/officeart/2005/8/layout/process1"/>
    <dgm:cxn modelId="{641D4D83-F633-438A-94F2-79AA72926E9F}" srcId="{0C2A9D5E-B5E4-4E13-9CD4-B4C57CDA997A}" destId="{624926BD-D27D-4980-8B78-3610B150C832}" srcOrd="2" destOrd="0" parTransId="{0D40922D-54F0-433A-B17D-7123E26E5F59}" sibTransId="{7E38734F-AD0E-4D45-AD78-096BC892A9E1}"/>
    <dgm:cxn modelId="{A20A5C86-B9DE-4DFD-956A-C0FA6385D2BD}" type="presOf" srcId="{624926BD-D27D-4980-8B78-3610B150C832}" destId="{7A643410-7629-4728-B2E4-C25119440BB8}" srcOrd="0" destOrd="3" presId="urn:microsoft.com/office/officeart/2005/8/layout/process1"/>
    <dgm:cxn modelId="{1AFADC89-908C-4482-B5D6-005E082267DA}" type="presOf" srcId="{2B1EF8A4-8245-452D-822A-BAE3DA42FAD9}" destId="{1513FA40-D372-4E9A-BBFD-8185287CFB11}" srcOrd="0" destOrd="0" presId="urn:microsoft.com/office/officeart/2005/8/layout/process1"/>
    <dgm:cxn modelId="{BC92568A-9882-4B97-A43A-979B440311E0}" srcId="{F2038FA5-3486-4D77-BCA0-7C2635EE95BA}" destId="{BFDAA3A0-CE03-41CB-BE65-171A2D55F4E7}" srcOrd="0" destOrd="0" parTransId="{5F2312D7-7374-43D6-8582-CC388864A42E}" sibTransId="{6B202DFD-AFB3-49DC-B664-679F9E9513AF}"/>
    <dgm:cxn modelId="{DA749291-2C12-4422-996E-6DA8526C4671}" srcId="{F2038FA5-3486-4D77-BCA0-7C2635EE95BA}" destId="{3D6FC218-7A98-4949-B776-2062FFC945EA}" srcOrd="3" destOrd="0" parTransId="{FE70E1A7-8615-4CB2-8785-4E4F2107A436}" sibTransId="{2692E3A2-2B10-4241-BE64-CEEBD9E6DAC1}"/>
    <dgm:cxn modelId="{7E483798-72B4-439A-A07B-D3E793F5D178}" srcId="{1DE24009-68B7-4C46-A18F-E6799E7F1103}" destId="{9EB3CC81-0E35-4AEC-A4DC-C12C4EEE5147}" srcOrd="0" destOrd="0" parTransId="{425E5571-7208-4419-B141-B9218FD3B8CF}" sibTransId="{350D2D53-426A-4D4B-8807-36EAD6AF633E}"/>
    <dgm:cxn modelId="{7529A6A9-B4AA-4CB3-9EE1-EF11EEA5F246}" type="presOf" srcId="{B3CFC25C-89AE-4D0B-B81F-5CC89E292AA7}" destId="{F2BDC9C5-2A5F-4448-A28D-5A8390BF1CC7}" srcOrd="1" destOrd="0" presId="urn:microsoft.com/office/officeart/2005/8/layout/process1"/>
    <dgm:cxn modelId="{83A932AE-6B3C-45D0-9567-493F4614A95C}" type="presOf" srcId="{41CC59DD-6479-49AE-9C4A-81BD14FCC0A5}" destId="{46819D05-3543-4F0E-9016-FCC35946AFF9}" srcOrd="0" destOrd="0" presId="urn:microsoft.com/office/officeart/2005/8/layout/process1"/>
    <dgm:cxn modelId="{EE2E14B3-9181-485E-B317-2FBE369CEC04}" srcId="{0A838492-8720-4E87-8047-C05D27EFAA17}" destId="{CF891021-EBB9-4067-AE1A-34966FB27165}" srcOrd="5" destOrd="0" parTransId="{501AFF88-0995-4D51-BF0F-65E3D2FF670B}" sibTransId="{82D44700-34BB-43A4-B4D1-A10F8DE4F1EC}"/>
    <dgm:cxn modelId="{1A30FFC4-8975-40E3-8C69-438241BC863D}" type="presOf" srcId="{0C2A9D5E-B5E4-4E13-9CD4-B4C57CDA997A}" destId="{7A643410-7629-4728-B2E4-C25119440BB8}" srcOrd="0" destOrd="0" presId="urn:microsoft.com/office/officeart/2005/8/layout/process1"/>
    <dgm:cxn modelId="{0813E6C8-FED2-40A2-9804-0B8CBD8CA7F3}" srcId="{0C2A9D5E-B5E4-4E13-9CD4-B4C57CDA997A}" destId="{EDBA9BE3-3F50-44FB-835C-7C179E6234FF}" srcOrd="1" destOrd="0" parTransId="{1D1F2425-B2EB-4562-BDB4-644FE76BBB2C}" sibTransId="{196149F7-E96D-46BF-A30E-8485A960DBCA}"/>
    <dgm:cxn modelId="{92412ACB-407F-4D0A-B1DD-01952E829196}" type="presOf" srcId="{74A76106-13B5-4FA1-8257-7C576C2A3843}" destId="{FC667801-1B00-4836-8CB1-5EB20B0FA70D}" srcOrd="0" destOrd="3" presId="urn:microsoft.com/office/officeart/2005/8/layout/process1"/>
    <dgm:cxn modelId="{884DF7CB-2A92-4FB5-B373-DD1412D3DF4D}" srcId="{0A838492-8720-4E87-8047-C05D27EFAA17}" destId="{1DE24009-68B7-4C46-A18F-E6799E7F1103}" srcOrd="4" destOrd="0" parTransId="{F4A6B322-A7FC-4ED1-8F52-2815E47304B6}" sibTransId="{41CC59DD-6479-49AE-9C4A-81BD14FCC0A5}"/>
    <dgm:cxn modelId="{8CB888DA-A220-4493-90CE-F6DA2E4E7265}" type="presOf" srcId="{3AEEAC11-5D8E-4C54-9CBD-CC4C607747E9}" destId="{F1C4A39E-194B-43C5-AE63-F5D06BE500C4}" srcOrd="0" destOrd="0" presId="urn:microsoft.com/office/officeart/2005/8/layout/process1"/>
    <dgm:cxn modelId="{FF1A30E1-AD3E-438F-870A-9140CD37BAA1}" type="presOf" srcId="{41CC59DD-6479-49AE-9C4A-81BD14FCC0A5}" destId="{DF4621B3-4902-4779-9347-664BE2C19FE0}" srcOrd="1" destOrd="0" presId="urn:microsoft.com/office/officeart/2005/8/layout/process1"/>
    <dgm:cxn modelId="{BE67E6E3-01EA-4B34-BB99-DAE3C04D9036}" type="presOf" srcId="{7467C266-D776-44B0-A312-F5B2D65957D4}" destId="{7A643410-7629-4728-B2E4-C25119440BB8}" srcOrd="0" destOrd="4" presId="urn:microsoft.com/office/officeart/2005/8/layout/process1"/>
    <dgm:cxn modelId="{59535EE7-5BE2-4256-B25D-7730E4AFF408}" type="presOf" srcId="{1DE24009-68B7-4C46-A18F-E6799E7F1103}" destId="{FF62E612-4573-4F94-8D40-A58D0A84EE7E}" srcOrd="0" destOrd="0" presId="urn:microsoft.com/office/officeart/2005/8/layout/process1"/>
    <dgm:cxn modelId="{6AE2A2E8-64D2-42EB-AB37-7DBA8550AA24}" srcId="{F2038FA5-3486-4D77-BCA0-7C2635EE95BA}" destId="{74A76106-13B5-4FA1-8257-7C576C2A3843}" srcOrd="2" destOrd="0" parTransId="{02D0819A-8560-4AB9-BA86-A05D06F6E7E2}" sibTransId="{3F27A471-10FE-4603-9D87-3AEC3E15880A}"/>
    <dgm:cxn modelId="{13F62525-BF8F-47C6-9D7F-AAC8ADCCFBC6}" type="presParOf" srcId="{859E4129-5A6B-4B48-8866-D5BB33EDBD64}" destId="{34438848-4F9E-4690-9D83-1988BF277CA0}" srcOrd="0" destOrd="0" presId="urn:microsoft.com/office/officeart/2005/8/layout/process1"/>
    <dgm:cxn modelId="{DC579229-7F24-43F2-AF7F-69E66FE4B4E5}" type="presParOf" srcId="{859E4129-5A6B-4B48-8866-D5BB33EDBD64}" destId="{5DE22A70-238D-44C7-8E60-754C13F8AE05}" srcOrd="1" destOrd="0" presId="urn:microsoft.com/office/officeart/2005/8/layout/process1"/>
    <dgm:cxn modelId="{F0D55C83-94DB-4E21-AD46-73B4CFF320CE}" type="presParOf" srcId="{5DE22A70-238D-44C7-8E60-754C13F8AE05}" destId="{2E3D0A4F-871A-44DA-B95F-BBE69DE7FBC4}" srcOrd="0" destOrd="0" presId="urn:microsoft.com/office/officeart/2005/8/layout/process1"/>
    <dgm:cxn modelId="{B88630FC-A025-4B7A-A62F-C80D64CEE245}" type="presParOf" srcId="{859E4129-5A6B-4B48-8866-D5BB33EDBD64}" destId="{1513FA40-D372-4E9A-BBFD-8185287CFB11}" srcOrd="2" destOrd="0" presId="urn:microsoft.com/office/officeart/2005/8/layout/process1"/>
    <dgm:cxn modelId="{C2E6A5CC-AD56-4B69-A31B-BCBCF06534AB}" type="presParOf" srcId="{859E4129-5A6B-4B48-8866-D5BB33EDBD64}" destId="{F1C4A39E-194B-43C5-AE63-F5D06BE500C4}" srcOrd="3" destOrd="0" presId="urn:microsoft.com/office/officeart/2005/8/layout/process1"/>
    <dgm:cxn modelId="{9526AF63-F35C-4CEB-A5A1-7EA3A92304DA}" type="presParOf" srcId="{F1C4A39E-194B-43C5-AE63-F5D06BE500C4}" destId="{6C413F73-90E2-4D98-8DDA-23052C364188}" srcOrd="0" destOrd="0" presId="urn:microsoft.com/office/officeart/2005/8/layout/process1"/>
    <dgm:cxn modelId="{0420E566-7648-4C83-AE9D-7A9002E2354E}" type="presParOf" srcId="{859E4129-5A6B-4B48-8866-D5BB33EDBD64}" destId="{FC667801-1B00-4836-8CB1-5EB20B0FA70D}" srcOrd="4" destOrd="0" presId="urn:microsoft.com/office/officeart/2005/8/layout/process1"/>
    <dgm:cxn modelId="{A7C3DA3A-13A5-4475-B852-A7381F084A7F}" type="presParOf" srcId="{859E4129-5A6B-4B48-8866-D5BB33EDBD64}" destId="{AEF68DB1-CE5A-4289-AF8E-BE99C7BBDF93}" srcOrd="5" destOrd="0" presId="urn:microsoft.com/office/officeart/2005/8/layout/process1"/>
    <dgm:cxn modelId="{8FD793DB-F33E-4306-8AE6-DE9DBD941CCD}" type="presParOf" srcId="{AEF68DB1-CE5A-4289-AF8E-BE99C7BBDF93}" destId="{9E765023-1F00-4B17-B324-9259C5AFC1FD}" srcOrd="0" destOrd="0" presId="urn:microsoft.com/office/officeart/2005/8/layout/process1"/>
    <dgm:cxn modelId="{B65EDF13-D474-4588-A0B1-01C922C7353B}" type="presParOf" srcId="{859E4129-5A6B-4B48-8866-D5BB33EDBD64}" destId="{7A643410-7629-4728-B2E4-C25119440BB8}" srcOrd="6" destOrd="0" presId="urn:microsoft.com/office/officeart/2005/8/layout/process1"/>
    <dgm:cxn modelId="{991B33FF-1A11-4AE8-BD87-A8E8DC3CF821}" type="presParOf" srcId="{859E4129-5A6B-4B48-8866-D5BB33EDBD64}" destId="{7304C3BD-CDF4-401C-9CE1-F6D9DB8182F8}" srcOrd="7" destOrd="0" presId="urn:microsoft.com/office/officeart/2005/8/layout/process1"/>
    <dgm:cxn modelId="{880CC4BD-F6C8-480B-A1CF-C8F78E96B118}" type="presParOf" srcId="{7304C3BD-CDF4-401C-9CE1-F6D9DB8182F8}" destId="{F2BDC9C5-2A5F-4448-A28D-5A8390BF1CC7}" srcOrd="0" destOrd="0" presId="urn:microsoft.com/office/officeart/2005/8/layout/process1"/>
    <dgm:cxn modelId="{9BF4E137-444E-44EB-926B-FFD0B7E9EAE1}" type="presParOf" srcId="{859E4129-5A6B-4B48-8866-D5BB33EDBD64}" destId="{FF62E612-4573-4F94-8D40-A58D0A84EE7E}" srcOrd="8" destOrd="0" presId="urn:microsoft.com/office/officeart/2005/8/layout/process1"/>
    <dgm:cxn modelId="{942A5262-740D-48F6-B203-B6D5FF8BE8C9}" type="presParOf" srcId="{859E4129-5A6B-4B48-8866-D5BB33EDBD64}" destId="{46819D05-3543-4F0E-9016-FCC35946AFF9}" srcOrd="9" destOrd="0" presId="urn:microsoft.com/office/officeart/2005/8/layout/process1"/>
    <dgm:cxn modelId="{25638971-4C7E-4FCD-8BDC-20A6A6B7510B}" type="presParOf" srcId="{46819D05-3543-4F0E-9016-FCC35946AFF9}" destId="{DF4621B3-4902-4779-9347-664BE2C19FE0}" srcOrd="0" destOrd="0" presId="urn:microsoft.com/office/officeart/2005/8/layout/process1"/>
    <dgm:cxn modelId="{97738534-7094-49A7-B8B3-008079C7DCB9}" type="presParOf" srcId="{859E4129-5A6B-4B48-8866-D5BB33EDBD64}" destId="{59E66402-B9ED-4B5D-9764-95BF43F295C6}"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E06595-16FB-4F82-B22F-F57D45022B0B}" type="doc">
      <dgm:prSet loTypeId="urn:microsoft.com/office/officeart/2005/8/layout/process1" loCatId="process" qsTypeId="urn:microsoft.com/office/officeart/2005/8/quickstyle/simple1" qsCatId="simple" csTypeId="urn:microsoft.com/office/officeart/2005/8/colors/accent0_1" csCatId="mainScheme" phldr="1"/>
      <dgm:spPr/>
      <dgm:t>
        <a:bodyPr/>
        <a:lstStyle/>
        <a:p>
          <a:endParaRPr lang="en-IN"/>
        </a:p>
      </dgm:t>
    </dgm:pt>
    <dgm:pt modelId="{B5F6F0B4-3A3C-4AB7-9900-3DFF59339DAB}">
      <dgm:prSet phldrT="[Text]" phldr="0"/>
      <dgm:spPr/>
      <dgm:t>
        <a:bodyPr/>
        <a:lstStyle/>
        <a:p>
          <a:r>
            <a:rPr lang="en-US"/>
            <a:t>Conventional APF</a:t>
          </a:r>
          <a:endParaRPr lang="en-IN" dirty="0"/>
        </a:p>
      </dgm:t>
    </dgm:pt>
    <dgm:pt modelId="{81105D4D-C9E1-4B0D-AB8F-4A2409AD1E7D}" type="parTrans" cxnId="{5682C616-A700-44FB-85BF-AB6BC3557060}">
      <dgm:prSet/>
      <dgm:spPr/>
      <dgm:t>
        <a:bodyPr/>
        <a:lstStyle/>
        <a:p>
          <a:endParaRPr lang="en-IN"/>
        </a:p>
      </dgm:t>
    </dgm:pt>
    <dgm:pt modelId="{1CA59559-015A-4671-A2C9-7187DCB97A9A}" type="sibTrans" cxnId="{5682C616-A700-44FB-85BF-AB6BC3557060}">
      <dgm:prSet/>
      <dgm:spPr/>
      <dgm:t>
        <a:bodyPr/>
        <a:lstStyle/>
        <a:p>
          <a:endParaRPr lang="en-IN"/>
        </a:p>
      </dgm:t>
    </dgm:pt>
    <dgm:pt modelId="{4EAF3F23-AE62-4529-8C86-2FFC7A00E0C7}">
      <dgm:prSet phldrT="[Text]" phldr="0"/>
      <dgm:spPr/>
      <dgm:t>
        <a:bodyPr/>
        <a:lstStyle/>
        <a:p>
          <a:r>
            <a:rPr lang="en-US" dirty="0"/>
            <a:t>Dataset generation</a:t>
          </a:r>
          <a:endParaRPr lang="en-IN" dirty="0"/>
        </a:p>
      </dgm:t>
    </dgm:pt>
    <dgm:pt modelId="{E2872BA9-C8A1-474C-8B21-5157B78B7DCF}" type="parTrans" cxnId="{4ED9278E-DC56-4E1A-8F18-AB773F0369CA}">
      <dgm:prSet/>
      <dgm:spPr/>
      <dgm:t>
        <a:bodyPr/>
        <a:lstStyle/>
        <a:p>
          <a:endParaRPr lang="en-IN"/>
        </a:p>
      </dgm:t>
    </dgm:pt>
    <dgm:pt modelId="{792ECF55-728A-402F-9408-29FF08FDEE3D}" type="sibTrans" cxnId="{4ED9278E-DC56-4E1A-8F18-AB773F0369CA}">
      <dgm:prSet/>
      <dgm:spPr/>
      <dgm:t>
        <a:bodyPr/>
        <a:lstStyle/>
        <a:p>
          <a:endParaRPr lang="en-IN"/>
        </a:p>
      </dgm:t>
    </dgm:pt>
    <dgm:pt modelId="{929001E9-D03B-4E7C-BCB9-1EFEB1E27C8C}">
      <dgm:prSet phldrT="[Text]" phldr="0"/>
      <dgm:spPr/>
      <dgm:t>
        <a:bodyPr/>
        <a:lstStyle/>
        <a:p>
          <a:r>
            <a:rPr lang="en-US" dirty="0"/>
            <a:t>Training with different ANN architectures</a:t>
          </a:r>
          <a:endParaRPr lang="en-IN" dirty="0"/>
        </a:p>
      </dgm:t>
    </dgm:pt>
    <dgm:pt modelId="{C2F845B1-EDF7-47B8-AD4C-2ABC8902FECA}" type="parTrans" cxnId="{965B44D4-4090-4730-A23D-24DF8342F70A}">
      <dgm:prSet/>
      <dgm:spPr/>
      <dgm:t>
        <a:bodyPr/>
        <a:lstStyle/>
        <a:p>
          <a:endParaRPr lang="en-IN"/>
        </a:p>
      </dgm:t>
    </dgm:pt>
    <dgm:pt modelId="{42B9DEBB-088E-4705-BF20-188F7D10C1DB}" type="sibTrans" cxnId="{965B44D4-4090-4730-A23D-24DF8342F70A}">
      <dgm:prSet/>
      <dgm:spPr/>
      <dgm:t>
        <a:bodyPr/>
        <a:lstStyle/>
        <a:p>
          <a:endParaRPr lang="en-IN"/>
        </a:p>
      </dgm:t>
    </dgm:pt>
    <dgm:pt modelId="{058B9D8E-5E08-4266-BBDD-613E9AB41320}">
      <dgm:prSet phldrT="[Text]" phldr="0"/>
      <dgm:spPr/>
      <dgm:t>
        <a:bodyPr/>
        <a:lstStyle/>
        <a:p>
          <a:r>
            <a:rPr lang="en-US" dirty="0"/>
            <a:t>Evaluate each Results</a:t>
          </a:r>
          <a:endParaRPr lang="en-IN" dirty="0"/>
        </a:p>
      </dgm:t>
    </dgm:pt>
    <dgm:pt modelId="{6FC76FC6-3840-488F-AC11-23F476F04902}" type="parTrans" cxnId="{936892F3-800C-4CB6-9339-FF8A1213E1C2}">
      <dgm:prSet/>
      <dgm:spPr/>
      <dgm:t>
        <a:bodyPr/>
        <a:lstStyle/>
        <a:p>
          <a:endParaRPr lang="en-IN"/>
        </a:p>
      </dgm:t>
    </dgm:pt>
    <dgm:pt modelId="{A82F4CCF-F7BD-4A5B-A3F7-3134BB75CD8B}" type="sibTrans" cxnId="{936892F3-800C-4CB6-9339-FF8A1213E1C2}">
      <dgm:prSet/>
      <dgm:spPr/>
      <dgm:t>
        <a:bodyPr/>
        <a:lstStyle/>
        <a:p>
          <a:endParaRPr lang="en-IN"/>
        </a:p>
      </dgm:t>
    </dgm:pt>
    <dgm:pt modelId="{00D68048-1681-4657-A087-D3436047AA6C}">
      <dgm:prSet phldrT="[Text]" phldr="0"/>
      <dgm:spPr/>
      <dgm:t>
        <a:bodyPr/>
        <a:lstStyle/>
        <a:p>
          <a:r>
            <a:rPr lang="en-US" dirty="0"/>
            <a:t>THD</a:t>
          </a:r>
          <a:endParaRPr lang="en-IN" dirty="0"/>
        </a:p>
      </dgm:t>
    </dgm:pt>
    <dgm:pt modelId="{8E69FF1E-0BF8-46B8-8093-EFAD2B49C1FA}" type="parTrans" cxnId="{33F98243-58B8-497A-8142-167019891190}">
      <dgm:prSet/>
      <dgm:spPr/>
      <dgm:t>
        <a:bodyPr/>
        <a:lstStyle/>
        <a:p>
          <a:endParaRPr lang="en-IN"/>
        </a:p>
      </dgm:t>
    </dgm:pt>
    <dgm:pt modelId="{777B6813-C9EF-4395-BABD-15B4143C359C}" type="sibTrans" cxnId="{33F98243-58B8-497A-8142-167019891190}">
      <dgm:prSet/>
      <dgm:spPr/>
      <dgm:t>
        <a:bodyPr/>
        <a:lstStyle/>
        <a:p>
          <a:endParaRPr lang="en-IN"/>
        </a:p>
      </dgm:t>
    </dgm:pt>
    <dgm:pt modelId="{932108FA-D928-4041-843F-CD2C8F8A3A22}">
      <dgm:prSet phldrT="[Text]" phldr="0"/>
      <dgm:spPr/>
      <dgm:t>
        <a:bodyPr/>
        <a:lstStyle/>
        <a:p>
          <a:r>
            <a:rPr lang="en-US" dirty="0"/>
            <a:t>Computation power required</a:t>
          </a:r>
          <a:endParaRPr lang="en-IN" dirty="0"/>
        </a:p>
      </dgm:t>
    </dgm:pt>
    <dgm:pt modelId="{E9973F77-C57D-4300-B78D-4AE14EFFD3AA}" type="parTrans" cxnId="{5BC48D3D-855E-4281-9608-552273AC847B}">
      <dgm:prSet/>
      <dgm:spPr/>
      <dgm:t>
        <a:bodyPr/>
        <a:lstStyle/>
        <a:p>
          <a:endParaRPr lang="en-IN"/>
        </a:p>
      </dgm:t>
    </dgm:pt>
    <dgm:pt modelId="{02970772-1EB7-4F5B-AB59-E9104B0A6177}" type="sibTrans" cxnId="{5BC48D3D-855E-4281-9608-552273AC847B}">
      <dgm:prSet/>
      <dgm:spPr/>
      <dgm:t>
        <a:bodyPr/>
        <a:lstStyle/>
        <a:p>
          <a:endParaRPr lang="en-IN"/>
        </a:p>
      </dgm:t>
    </dgm:pt>
    <dgm:pt modelId="{F9108712-3568-4390-8A6B-4026ACFBE222}">
      <dgm:prSet phldrT="[Text]" phldr="0"/>
      <dgm:spPr/>
      <dgm:t>
        <a:bodyPr/>
        <a:lstStyle/>
        <a:p>
          <a:r>
            <a:rPr lang="en-US" dirty="0"/>
            <a:t>Memory required</a:t>
          </a:r>
          <a:endParaRPr lang="en-IN" dirty="0"/>
        </a:p>
      </dgm:t>
    </dgm:pt>
    <dgm:pt modelId="{D6B942CC-A2C1-4903-8392-0DCC28C7AFE4}" type="parTrans" cxnId="{428EB5F9-7B25-4ECF-9364-C4C28C038FB9}">
      <dgm:prSet/>
      <dgm:spPr/>
      <dgm:t>
        <a:bodyPr/>
        <a:lstStyle/>
        <a:p>
          <a:endParaRPr lang="en-IN"/>
        </a:p>
      </dgm:t>
    </dgm:pt>
    <dgm:pt modelId="{6F20CC1D-ECC8-43D5-9351-54B63249D854}" type="sibTrans" cxnId="{428EB5F9-7B25-4ECF-9364-C4C28C038FB9}">
      <dgm:prSet/>
      <dgm:spPr/>
      <dgm:t>
        <a:bodyPr/>
        <a:lstStyle/>
        <a:p>
          <a:endParaRPr lang="en-IN"/>
        </a:p>
      </dgm:t>
    </dgm:pt>
    <dgm:pt modelId="{71ED5D7F-BF99-46A3-92FC-4FAE79279EBC}">
      <dgm:prSet phldrT="[Text]" phldr="0"/>
      <dgm:spPr/>
      <dgm:t>
        <a:bodyPr/>
        <a:lstStyle/>
        <a:p>
          <a:r>
            <a:rPr lang="en-US" dirty="0"/>
            <a:t>Reference current error</a:t>
          </a:r>
          <a:endParaRPr lang="en-IN" dirty="0"/>
        </a:p>
      </dgm:t>
    </dgm:pt>
    <dgm:pt modelId="{17D6AE3D-63C8-4DEE-8BCF-A91FDC36BAC7}" type="parTrans" cxnId="{0C95FFAF-BCA1-4AD4-B15A-4A4E52295789}">
      <dgm:prSet/>
      <dgm:spPr/>
      <dgm:t>
        <a:bodyPr/>
        <a:lstStyle/>
        <a:p>
          <a:endParaRPr lang="en-IN"/>
        </a:p>
      </dgm:t>
    </dgm:pt>
    <dgm:pt modelId="{606F9E84-EED8-47EE-A981-215CE511C60E}" type="sibTrans" cxnId="{0C95FFAF-BCA1-4AD4-B15A-4A4E52295789}">
      <dgm:prSet/>
      <dgm:spPr/>
      <dgm:t>
        <a:bodyPr/>
        <a:lstStyle/>
        <a:p>
          <a:endParaRPr lang="en-IN"/>
        </a:p>
      </dgm:t>
    </dgm:pt>
    <dgm:pt modelId="{0F953EEB-1FB1-4E66-9F90-6C3FF19B0A80}">
      <dgm:prSet phldrT="[Text]" phldr="0"/>
      <dgm:spPr/>
      <dgm:t>
        <a:bodyPr/>
        <a:lstStyle/>
        <a:p>
          <a:r>
            <a:rPr lang="en-US" dirty="0"/>
            <a:t>Hardware Implementation</a:t>
          </a:r>
          <a:endParaRPr lang="en-IN" dirty="0"/>
        </a:p>
      </dgm:t>
    </dgm:pt>
    <dgm:pt modelId="{DAC8CA95-FE18-4233-89B1-AA4D67C9FA07}" type="parTrans" cxnId="{FA969D10-A1A5-49B3-A9B1-8C84F7E48434}">
      <dgm:prSet/>
      <dgm:spPr/>
      <dgm:t>
        <a:bodyPr/>
        <a:lstStyle/>
        <a:p>
          <a:endParaRPr lang="en-IN"/>
        </a:p>
      </dgm:t>
    </dgm:pt>
    <dgm:pt modelId="{02219437-0FD7-4FA0-9C94-B8521B6B6F61}" type="sibTrans" cxnId="{FA969D10-A1A5-49B3-A9B1-8C84F7E48434}">
      <dgm:prSet/>
      <dgm:spPr/>
      <dgm:t>
        <a:bodyPr/>
        <a:lstStyle/>
        <a:p>
          <a:endParaRPr lang="en-IN"/>
        </a:p>
      </dgm:t>
    </dgm:pt>
    <dgm:pt modelId="{125DA697-F634-4D04-B28C-5F36B0A0EFAE}" type="pres">
      <dgm:prSet presAssocID="{5BE06595-16FB-4F82-B22F-F57D45022B0B}" presName="Name0" presStyleCnt="0">
        <dgm:presLayoutVars>
          <dgm:dir/>
          <dgm:resizeHandles val="exact"/>
        </dgm:presLayoutVars>
      </dgm:prSet>
      <dgm:spPr/>
    </dgm:pt>
    <dgm:pt modelId="{3DE84D02-5547-4BFD-B090-8E6FFC5C2898}" type="pres">
      <dgm:prSet presAssocID="{B5F6F0B4-3A3C-4AB7-9900-3DFF59339DAB}" presName="node" presStyleLbl="node1" presStyleIdx="0" presStyleCnt="5">
        <dgm:presLayoutVars>
          <dgm:bulletEnabled val="1"/>
        </dgm:presLayoutVars>
      </dgm:prSet>
      <dgm:spPr/>
    </dgm:pt>
    <dgm:pt modelId="{940F285D-EA31-4962-94FA-D19453AE70A3}" type="pres">
      <dgm:prSet presAssocID="{1CA59559-015A-4671-A2C9-7187DCB97A9A}" presName="sibTrans" presStyleLbl="sibTrans2D1" presStyleIdx="0" presStyleCnt="4"/>
      <dgm:spPr/>
    </dgm:pt>
    <dgm:pt modelId="{FDFD1271-9A9D-4792-BB68-989C27DC9855}" type="pres">
      <dgm:prSet presAssocID="{1CA59559-015A-4671-A2C9-7187DCB97A9A}" presName="connectorText" presStyleLbl="sibTrans2D1" presStyleIdx="0" presStyleCnt="4"/>
      <dgm:spPr/>
    </dgm:pt>
    <dgm:pt modelId="{E32DCB84-433A-4A2E-8E90-2C81887ACF01}" type="pres">
      <dgm:prSet presAssocID="{4EAF3F23-AE62-4529-8C86-2FFC7A00E0C7}" presName="node" presStyleLbl="node1" presStyleIdx="1" presStyleCnt="5">
        <dgm:presLayoutVars>
          <dgm:bulletEnabled val="1"/>
        </dgm:presLayoutVars>
      </dgm:prSet>
      <dgm:spPr/>
    </dgm:pt>
    <dgm:pt modelId="{F524E63D-FD4B-4B57-B41F-0E4F8572D132}" type="pres">
      <dgm:prSet presAssocID="{792ECF55-728A-402F-9408-29FF08FDEE3D}" presName="sibTrans" presStyleLbl="sibTrans2D1" presStyleIdx="1" presStyleCnt="4"/>
      <dgm:spPr/>
    </dgm:pt>
    <dgm:pt modelId="{88D1E631-19CA-458D-A98C-A1FFFF66C500}" type="pres">
      <dgm:prSet presAssocID="{792ECF55-728A-402F-9408-29FF08FDEE3D}" presName="connectorText" presStyleLbl="sibTrans2D1" presStyleIdx="1" presStyleCnt="4"/>
      <dgm:spPr/>
    </dgm:pt>
    <dgm:pt modelId="{24B7C67E-91B4-4CCC-B8C7-570575ADAF7F}" type="pres">
      <dgm:prSet presAssocID="{929001E9-D03B-4E7C-BCB9-1EFEB1E27C8C}" presName="node" presStyleLbl="node1" presStyleIdx="2" presStyleCnt="5">
        <dgm:presLayoutVars>
          <dgm:bulletEnabled val="1"/>
        </dgm:presLayoutVars>
      </dgm:prSet>
      <dgm:spPr/>
    </dgm:pt>
    <dgm:pt modelId="{80C4B22E-427D-4FF7-A8F2-B088804CD32E}" type="pres">
      <dgm:prSet presAssocID="{42B9DEBB-088E-4705-BF20-188F7D10C1DB}" presName="sibTrans" presStyleLbl="sibTrans2D1" presStyleIdx="2" presStyleCnt="4"/>
      <dgm:spPr/>
    </dgm:pt>
    <dgm:pt modelId="{F2BF55AC-7977-42E0-BF6E-C629B85FB0DF}" type="pres">
      <dgm:prSet presAssocID="{42B9DEBB-088E-4705-BF20-188F7D10C1DB}" presName="connectorText" presStyleLbl="sibTrans2D1" presStyleIdx="2" presStyleCnt="4"/>
      <dgm:spPr/>
    </dgm:pt>
    <dgm:pt modelId="{A857ECA0-0A5F-48BE-96B2-E125531B531F}" type="pres">
      <dgm:prSet presAssocID="{058B9D8E-5E08-4266-BBDD-613E9AB41320}" presName="node" presStyleLbl="node1" presStyleIdx="3" presStyleCnt="5">
        <dgm:presLayoutVars>
          <dgm:bulletEnabled val="1"/>
        </dgm:presLayoutVars>
      </dgm:prSet>
      <dgm:spPr/>
    </dgm:pt>
    <dgm:pt modelId="{F21D3AD5-E760-4C4F-829D-46AF95C3938E}" type="pres">
      <dgm:prSet presAssocID="{A82F4CCF-F7BD-4A5B-A3F7-3134BB75CD8B}" presName="sibTrans" presStyleLbl="sibTrans2D1" presStyleIdx="3" presStyleCnt="4"/>
      <dgm:spPr/>
    </dgm:pt>
    <dgm:pt modelId="{DF189405-DBB8-4DD3-A1AD-0D7ACEAC99EC}" type="pres">
      <dgm:prSet presAssocID="{A82F4CCF-F7BD-4A5B-A3F7-3134BB75CD8B}" presName="connectorText" presStyleLbl="sibTrans2D1" presStyleIdx="3" presStyleCnt="4"/>
      <dgm:spPr/>
    </dgm:pt>
    <dgm:pt modelId="{908DB1A5-2044-4AA1-8CC0-878669C4AE4E}" type="pres">
      <dgm:prSet presAssocID="{0F953EEB-1FB1-4E66-9F90-6C3FF19B0A80}" presName="node" presStyleLbl="node1" presStyleIdx="4" presStyleCnt="5">
        <dgm:presLayoutVars>
          <dgm:bulletEnabled val="1"/>
        </dgm:presLayoutVars>
      </dgm:prSet>
      <dgm:spPr/>
    </dgm:pt>
  </dgm:ptLst>
  <dgm:cxnLst>
    <dgm:cxn modelId="{CB0C9F0D-BF67-4A46-B833-20079361871D}" type="presOf" srcId="{1CA59559-015A-4671-A2C9-7187DCB97A9A}" destId="{FDFD1271-9A9D-4792-BB68-989C27DC9855}" srcOrd="1" destOrd="0" presId="urn:microsoft.com/office/officeart/2005/8/layout/process1"/>
    <dgm:cxn modelId="{FA969D10-A1A5-49B3-A9B1-8C84F7E48434}" srcId="{5BE06595-16FB-4F82-B22F-F57D45022B0B}" destId="{0F953EEB-1FB1-4E66-9F90-6C3FF19B0A80}" srcOrd="4" destOrd="0" parTransId="{DAC8CA95-FE18-4233-89B1-AA4D67C9FA07}" sibTransId="{02219437-0FD7-4FA0-9C94-B8521B6B6F61}"/>
    <dgm:cxn modelId="{5682C616-A700-44FB-85BF-AB6BC3557060}" srcId="{5BE06595-16FB-4F82-B22F-F57D45022B0B}" destId="{B5F6F0B4-3A3C-4AB7-9900-3DFF59339DAB}" srcOrd="0" destOrd="0" parTransId="{81105D4D-C9E1-4B0D-AB8F-4A2409AD1E7D}" sibTransId="{1CA59559-015A-4671-A2C9-7187DCB97A9A}"/>
    <dgm:cxn modelId="{93661B1A-A7C2-4DAA-A0AF-63EE127D3569}" type="presOf" srcId="{00D68048-1681-4657-A087-D3436047AA6C}" destId="{A857ECA0-0A5F-48BE-96B2-E125531B531F}" srcOrd="0" destOrd="1" presId="urn:microsoft.com/office/officeart/2005/8/layout/process1"/>
    <dgm:cxn modelId="{75AF042A-637A-4EB9-81F3-0A63808CB64B}" type="presOf" srcId="{929001E9-D03B-4E7C-BCB9-1EFEB1E27C8C}" destId="{24B7C67E-91B4-4CCC-B8C7-570575ADAF7F}" srcOrd="0" destOrd="0" presId="urn:microsoft.com/office/officeart/2005/8/layout/process1"/>
    <dgm:cxn modelId="{4563273B-25BE-4A3D-86C8-597E6A8AB3F4}" type="presOf" srcId="{058B9D8E-5E08-4266-BBDD-613E9AB41320}" destId="{A857ECA0-0A5F-48BE-96B2-E125531B531F}" srcOrd="0" destOrd="0" presId="urn:microsoft.com/office/officeart/2005/8/layout/process1"/>
    <dgm:cxn modelId="{5BC48D3D-855E-4281-9608-552273AC847B}" srcId="{058B9D8E-5E08-4266-BBDD-613E9AB41320}" destId="{932108FA-D928-4041-843F-CD2C8F8A3A22}" srcOrd="2" destOrd="0" parTransId="{E9973F77-C57D-4300-B78D-4AE14EFFD3AA}" sibTransId="{02970772-1EB7-4F5B-AB59-E9104B0A6177}"/>
    <dgm:cxn modelId="{01D0025E-E34B-4364-8227-A238FFDCD19B}" type="presOf" srcId="{B5F6F0B4-3A3C-4AB7-9900-3DFF59339DAB}" destId="{3DE84D02-5547-4BFD-B090-8E6FFC5C2898}" srcOrd="0" destOrd="0" presId="urn:microsoft.com/office/officeart/2005/8/layout/process1"/>
    <dgm:cxn modelId="{33F98243-58B8-497A-8142-167019891190}" srcId="{058B9D8E-5E08-4266-BBDD-613E9AB41320}" destId="{00D68048-1681-4657-A087-D3436047AA6C}" srcOrd="0" destOrd="0" parTransId="{8E69FF1E-0BF8-46B8-8093-EFAD2B49C1FA}" sibTransId="{777B6813-C9EF-4395-BABD-15B4143C359C}"/>
    <dgm:cxn modelId="{00194D47-5CF6-46C9-B29E-AAB099FF1611}" type="presOf" srcId="{932108FA-D928-4041-843F-CD2C8F8A3A22}" destId="{A857ECA0-0A5F-48BE-96B2-E125531B531F}" srcOrd="0" destOrd="3" presId="urn:microsoft.com/office/officeart/2005/8/layout/process1"/>
    <dgm:cxn modelId="{349C8D7F-E1ED-40C5-A8FD-B3B41739A713}" type="presOf" srcId="{A82F4CCF-F7BD-4A5B-A3F7-3134BB75CD8B}" destId="{F21D3AD5-E760-4C4F-829D-46AF95C3938E}" srcOrd="0" destOrd="0" presId="urn:microsoft.com/office/officeart/2005/8/layout/process1"/>
    <dgm:cxn modelId="{E7772D81-BFED-4F83-A3C6-944102D83ABB}" type="presOf" srcId="{1CA59559-015A-4671-A2C9-7187DCB97A9A}" destId="{940F285D-EA31-4962-94FA-D19453AE70A3}" srcOrd="0" destOrd="0" presId="urn:microsoft.com/office/officeart/2005/8/layout/process1"/>
    <dgm:cxn modelId="{4ED9278E-DC56-4E1A-8F18-AB773F0369CA}" srcId="{5BE06595-16FB-4F82-B22F-F57D45022B0B}" destId="{4EAF3F23-AE62-4529-8C86-2FFC7A00E0C7}" srcOrd="1" destOrd="0" parTransId="{E2872BA9-C8A1-474C-8B21-5157B78B7DCF}" sibTransId="{792ECF55-728A-402F-9408-29FF08FDEE3D}"/>
    <dgm:cxn modelId="{4ACD96A0-3C14-47A2-86D2-D5F9CA029DF6}" type="presOf" srcId="{792ECF55-728A-402F-9408-29FF08FDEE3D}" destId="{F524E63D-FD4B-4B57-B41F-0E4F8572D132}" srcOrd="0" destOrd="0" presId="urn:microsoft.com/office/officeart/2005/8/layout/process1"/>
    <dgm:cxn modelId="{3D45CBAE-E49B-47AF-8437-0FEAB3883578}" type="presOf" srcId="{42B9DEBB-088E-4705-BF20-188F7D10C1DB}" destId="{F2BF55AC-7977-42E0-BF6E-C629B85FB0DF}" srcOrd="1" destOrd="0" presId="urn:microsoft.com/office/officeart/2005/8/layout/process1"/>
    <dgm:cxn modelId="{0C95FFAF-BCA1-4AD4-B15A-4A4E52295789}" srcId="{058B9D8E-5E08-4266-BBDD-613E9AB41320}" destId="{71ED5D7F-BF99-46A3-92FC-4FAE79279EBC}" srcOrd="1" destOrd="0" parTransId="{17D6AE3D-63C8-4DEE-8BCF-A91FDC36BAC7}" sibTransId="{606F9E84-EED8-47EE-A981-215CE511C60E}"/>
    <dgm:cxn modelId="{68D25AB7-DE3C-4ACD-8D96-6942236F2B9E}" type="presOf" srcId="{5BE06595-16FB-4F82-B22F-F57D45022B0B}" destId="{125DA697-F634-4D04-B28C-5F36B0A0EFAE}" srcOrd="0" destOrd="0" presId="urn:microsoft.com/office/officeart/2005/8/layout/process1"/>
    <dgm:cxn modelId="{73D972D2-11BF-4A2E-BB65-1E4A9F7AEF90}" type="presOf" srcId="{A82F4CCF-F7BD-4A5B-A3F7-3134BB75CD8B}" destId="{DF189405-DBB8-4DD3-A1AD-0D7ACEAC99EC}" srcOrd="1" destOrd="0" presId="urn:microsoft.com/office/officeart/2005/8/layout/process1"/>
    <dgm:cxn modelId="{965B44D4-4090-4730-A23D-24DF8342F70A}" srcId="{5BE06595-16FB-4F82-B22F-F57D45022B0B}" destId="{929001E9-D03B-4E7C-BCB9-1EFEB1E27C8C}" srcOrd="2" destOrd="0" parTransId="{C2F845B1-EDF7-47B8-AD4C-2ABC8902FECA}" sibTransId="{42B9DEBB-088E-4705-BF20-188F7D10C1DB}"/>
    <dgm:cxn modelId="{962560DA-F17F-4870-B328-07D482F98EA7}" type="presOf" srcId="{4EAF3F23-AE62-4529-8C86-2FFC7A00E0C7}" destId="{E32DCB84-433A-4A2E-8E90-2C81887ACF01}" srcOrd="0" destOrd="0" presId="urn:microsoft.com/office/officeart/2005/8/layout/process1"/>
    <dgm:cxn modelId="{4C1E2EE5-7D73-4D00-BF6C-A9D616D6DC2B}" type="presOf" srcId="{0F953EEB-1FB1-4E66-9F90-6C3FF19B0A80}" destId="{908DB1A5-2044-4AA1-8CC0-878669C4AE4E}" srcOrd="0" destOrd="0" presId="urn:microsoft.com/office/officeart/2005/8/layout/process1"/>
    <dgm:cxn modelId="{0A895AE6-CE76-4A0D-9897-C3BEB0C7735B}" type="presOf" srcId="{792ECF55-728A-402F-9408-29FF08FDEE3D}" destId="{88D1E631-19CA-458D-A98C-A1FFFF66C500}" srcOrd="1" destOrd="0" presId="urn:microsoft.com/office/officeart/2005/8/layout/process1"/>
    <dgm:cxn modelId="{936892F3-800C-4CB6-9339-FF8A1213E1C2}" srcId="{5BE06595-16FB-4F82-B22F-F57D45022B0B}" destId="{058B9D8E-5E08-4266-BBDD-613E9AB41320}" srcOrd="3" destOrd="0" parTransId="{6FC76FC6-3840-488F-AC11-23F476F04902}" sibTransId="{A82F4CCF-F7BD-4A5B-A3F7-3134BB75CD8B}"/>
    <dgm:cxn modelId="{8743D0F3-3FFB-4867-94AA-0295FBBD7ACE}" type="presOf" srcId="{71ED5D7F-BF99-46A3-92FC-4FAE79279EBC}" destId="{A857ECA0-0A5F-48BE-96B2-E125531B531F}" srcOrd="0" destOrd="2" presId="urn:microsoft.com/office/officeart/2005/8/layout/process1"/>
    <dgm:cxn modelId="{BF4B7FF5-7722-4808-B1A4-95472A066B80}" type="presOf" srcId="{42B9DEBB-088E-4705-BF20-188F7D10C1DB}" destId="{80C4B22E-427D-4FF7-A8F2-B088804CD32E}" srcOrd="0" destOrd="0" presId="urn:microsoft.com/office/officeart/2005/8/layout/process1"/>
    <dgm:cxn modelId="{428EB5F9-7B25-4ECF-9364-C4C28C038FB9}" srcId="{058B9D8E-5E08-4266-BBDD-613E9AB41320}" destId="{F9108712-3568-4390-8A6B-4026ACFBE222}" srcOrd="3" destOrd="0" parTransId="{D6B942CC-A2C1-4903-8392-0DCC28C7AFE4}" sibTransId="{6F20CC1D-ECC8-43D5-9351-54B63249D854}"/>
    <dgm:cxn modelId="{BA675FFA-8B1D-4C75-89FF-0A10390089E8}" type="presOf" srcId="{F9108712-3568-4390-8A6B-4026ACFBE222}" destId="{A857ECA0-0A5F-48BE-96B2-E125531B531F}" srcOrd="0" destOrd="4" presId="urn:microsoft.com/office/officeart/2005/8/layout/process1"/>
    <dgm:cxn modelId="{37056A3B-F53C-445E-AC23-2DC4E321A08C}" type="presParOf" srcId="{125DA697-F634-4D04-B28C-5F36B0A0EFAE}" destId="{3DE84D02-5547-4BFD-B090-8E6FFC5C2898}" srcOrd="0" destOrd="0" presId="urn:microsoft.com/office/officeart/2005/8/layout/process1"/>
    <dgm:cxn modelId="{ED09BFCD-15E6-4CCD-9C3C-05D006DDDD3A}" type="presParOf" srcId="{125DA697-F634-4D04-B28C-5F36B0A0EFAE}" destId="{940F285D-EA31-4962-94FA-D19453AE70A3}" srcOrd="1" destOrd="0" presId="urn:microsoft.com/office/officeart/2005/8/layout/process1"/>
    <dgm:cxn modelId="{51D92E73-7A84-42BD-B714-35C417AC898E}" type="presParOf" srcId="{940F285D-EA31-4962-94FA-D19453AE70A3}" destId="{FDFD1271-9A9D-4792-BB68-989C27DC9855}" srcOrd="0" destOrd="0" presId="urn:microsoft.com/office/officeart/2005/8/layout/process1"/>
    <dgm:cxn modelId="{623425B9-94CB-4300-9E0D-4F5A3806C9EF}" type="presParOf" srcId="{125DA697-F634-4D04-B28C-5F36B0A0EFAE}" destId="{E32DCB84-433A-4A2E-8E90-2C81887ACF01}" srcOrd="2" destOrd="0" presId="urn:microsoft.com/office/officeart/2005/8/layout/process1"/>
    <dgm:cxn modelId="{FDD3BE8D-5B07-4480-8819-E7AFCFE9FFC2}" type="presParOf" srcId="{125DA697-F634-4D04-B28C-5F36B0A0EFAE}" destId="{F524E63D-FD4B-4B57-B41F-0E4F8572D132}" srcOrd="3" destOrd="0" presId="urn:microsoft.com/office/officeart/2005/8/layout/process1"/>
    <dgm:cxn modelId="{70AEF3E2-8023-46E6-A843-DA3D9864DEAB}" type="presParOf" srcId="{F524E63D-FD4B-4B57-B41F-0E4F8572D132}" destId="{88D1E631-19CA-458D-A98C-A1FFFF66C500}" srcOrd="0" destOrd="0" presId="urn:microsoft.com/office/officeart/2005/8/layout/process1"/>
    <dgm:cxn modelId="{4BF7F4C7-50D5-4892-96F0-2497983C62AD}" type="presParOf" srcId="{125DA697-F634-4D04-B28C-5F36B0A0EFAE}" destId="{24B7C67E-91B4-4CCC-B8C7-570575ADAF7F}" srcOrd="4" destOrd="0" presId="urn:microsoft.com/office/officeart/2005/8/layout/process1"/>
    <dgm:cxn modelId="{FD7CBE4C-DBBA-4ACB-91FF-DC60C5D8AD7E}" type="presParOf" srcId="{125DA697-F634-4D04-B28C-5F36B0A0EFAE}" destId="{80C4B22E-427D-4FF7-A8F2-B088804CD32E}" srcOrd="5" destOrd="0" presId="urn:microsoft.com/office/officeart/2005/8/layout/process1"/>
    <dgm:cxn modelId="{69F389CF-F7FE-4B95-AC88-F30B472F3004}" type="presParOf" srcId="{80C4B22E-427D-4FF7-A8F2-B088804CD32E}" destId="{F2BF55AC-7977-42E0-BF6E-C629B85FB0DF}" srcOrd="0" destOrd="0" presId="urn:microsoft.com/office/officeart/2005/8/layout/process1"/>
    <dgm:cxn modelId="{596D81A1-58A1-4549-8175-51023265CDBF}" type="presParOf" srcId="{125DA697-F634-4D04-B28C-5F36B0A0EFAE}" destId="{A857ECA0-0A5F-48BE-96B2-E125531B531F}" srcOrd="6" destOrd="0" presId="urn:microsoft.com/office/officeart/2005/8/layout/process1"/>
    <dgm:cxn modelId="{94CEE864-AE5F-4CD6-9520-3E1D3EF5FE74}" type="presParOf" srcId="{125DA697-F634-4D04-B28C-5F36B0A0EFAE}" destId="{F21D3AD5-E760-4C4F-829D-46AF95C3938E}" srcOrd="7" destOrd="0" presId="urn:microsoft.com/office/officeart/2005/8/layout/process1"/>
    <dgm:cxn modelId="{8646F3A2-0D48-414A-AA05-D76A787BA1B6}" type="presParOf" srcId="{F21D3AD5-E760-4C4F-829D-46AF95C3938E}" destId="{DF189405-DBB8-4DD3-A1AD-0D7ACEAC99EC}" srcOrd="0" destOrd="0" presId="urn:microsoft.com/office/officeart/2005/8/layout/process1"/>
    <dgm:cxn modelId="{AC36CECA-AC85-4DA4-AE31-042CF84A54A6}" type="presParOf" srcId="{125DA697-F634-4D04-B28C-5F36B0A0EFAE}" destId="{908DB1A5-2044-4AA1-8CC0-878669C4AE4E}" srcOrd="8"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38848-4F9E-4690-9D83-1988BF277CA0}">
      <dsp:nvSpPr>
        <dsp:cNvPr id="0" name=""/>
        <dsp:cNvSpPr/>
      </dsp:nvSpPr>
      <dsp:spPr>
        <a:xfrm>
          <a:off x="1411260" y="20121"/>
          <a:ext cx="1258581" cy="105297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 1. Conventional APF</a:t>
          </a:r>
        </a:p>
      </dsp:txBody>
      <dsp:txXfrm>
        <a:off x="1442101" y="50962"/>
        <a:ext cx="1196899" cy="991291"/>
      </dsp:txXfrm>
    </dsp:sp>
    <dsp:sp modelId="{5DE22A70-238D-44C7-8E60-754C13F8AE05}">
      <dsp:nvSpPr>
        <dsp:cNvPr id="0" name=""/>
        <dsp:cNvSpPr/>
      </dsp:nvSpPr>
      <dsp:spPr>
        <a:xfrm rot="7886388">
          <a:off x="1368705" y="1147750"/>
          <a:ext cx="181116"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rot="10800000">
        <a:off x="1397260" y="1157779"/>
        <a:ext cx="146750" cy="68732"/>
      </dsp:txXfrm>
    </dsp:sp>
    <dsp:sp modelId="{1513FA40-D372-4E9A-BBFD-8185287CFB11}">
      <dsp:nvSpPr>
        <dsp:cNvPr id="0" name=""/>
        <dsp:cNvSpPr/>
      </dsp:nvSpPr>
      <dsp:spPr>
        <a:xfrm>
          <a:off x="369700" y="1329272"/>
          <a:ext cx="1030122" cy="105297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0" kern="1200" dirty="0"/>
            <a:t>2. Dataset generation </a:t>
          </a:r>
        </a:p>
      </dsp:txBody>
      <dsp:txXfrm>
        <a:off x="399871" y="1359443"/>
        <a:ext cx="969780" cy="992631"/>
      </dsp:txXfrm>
    </dsp:sp>
    <dsp:sp modelId="{F1C4A39E-194B-43C5-AE63-F5D06BE500C4}">
      <dsp:nvSpPr>
        <dsp:cNvPr id="0" name=""/>
        <dsp:cNvSpPr/>
      </dsp:nvSpPr>
      <dsp:spPr>
        <a:xfrm rot="2820362">
          <a:off x="1413306" y="2489697"/>
          <a:ext cx="231774"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418772" y="2500039"/>
        <a:ext cx="197408" cy="68732"/>
      </dsp:txXfrm>
    </dsp:sp>
    <dsp:sp modelId="{FC667801-1B00-4836-8CB1-5EB20B0FA70D}">
      <dsp:nvSpPr>
        <dsp:cNvPr id="0" name=""/>
        <dsp:cNvSpPr/>
      </dsp:nvSpPr>
      <dsp:spPr>
        <a:xfrm>
          <a:off x="1673825" y="2487966"/>
          <a:ext cx="1368657" cy="189629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0" kern="1200" dirty="0"/>
            <a:t>3. </a:t>
          </a:r>
          <a:r>
            <a:rPr lang="en-IN" sz="1400" kern="1200" dirty="0"/>
            <a:t>Lightweight ANN Design</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Select ANN architectures</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Train</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Validate</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Test</a:t>
          </a:r>
          <a:endParaRPr lang="en-IN" sz="1400" b="0" kern="1200" dirty="0"/>
        </a:p>
      </dsp:txBody>
      <dsp:txXfrm>
        <a:off x="1713912" y="2528053"/>
        <a:ext cx="1288483" cy="1816120"/>
      </dsp:txXfrm>
    </dsp:sp>
    <dsp:sp modelId="{AEF68DB1-CE5A-4289-AF8E-BE99C7BBDF93}">
      <dsp:nvSpPr>
        <dsp:cNvPr id="0" name=""/>
        <dsp:cNvSpPr/>
      </dsp:nvSpPr>
      <dsp:spPr>
        <a:xfrm rot="134177">
          <a:off x="3237763" y="3421282"/>
          <a:ext cx="414644"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37776" y="3443522"/>
        <a:ext cx="380278" cy="68732"/>
      </dsp:txXfrm>
    </dsp:sp>
    <dsp:sp modelId="{7A643410-7629-4728-B2E4-C25119440BB8}">
      <dsp:nvSpPr>
        <dsp:cNvPr id="0" name=""/>
        <dsp:cNvSpPr/>
      </dsp:nvSpPr>
      <dsp:spPr>
        <a:xfrm>
          <a:off x="3824235" y="2530215"/>
          <a:ext cx="2045132" cy="200616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0" kern="1200" dirty="0"/>
            <a:t>4. </a:t>
          </a:r>
          <a:r>
            <a:rPr lang="en-IN" sz="1400" kern="1200" dirty="0"/>
            <a:t>Evaluate each ANN</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THD </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Reference current error </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a:t>Memory requirement </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Total control-loop time</a:t>
          </a:r>
        </a:p>
      </dsp:txBody>
      <dsp:txXfrm>
        <a:off x="3882993" y="2588973"/>
        <a:ext cx="1927616" cy="1888644"/>
      </dsp:txXfrm>
    </dsp:sp>
    <dsp:sp modelId="{7304C3BD-CDF4-401C-9CE1-F6D9DB8182F8}">
      <dsp:nvSpPr>
        <dsp:cNvPr id="0" name=""/>
        <dsp:cNvSpPr/>
      </dsp:nvSpPr>
      <dsp:spPr>
        <a:xfrm rot="16264984">
          <a:off x="4712621" y="2164025"/>
          <a:ext cx="317968"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729479" y="2204115"/>
        <a:ext cx="283602" cy="68732"/>
      </dsp:txXfrm>
    </dsp:sp>
    <dsp:sp modelId="{FF62E612-4573-4F94-8D40-A58D0A84EE7E}">
      <dsp:nvSpPr>
        <dsp:cNvPr id="0" name=""/>
        <dsp:cNvSpPr/>
      </dsp:nvSpPr>
      <dsp:spPr>
        <a:xfrm>
          <a:off x="3805468" y="596376"/>
          <a:ext cx="2168493" cy="1334005"/>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0" kern="1200" dirty="0"/>
            <a:t>5. Varying load study</a:t>
          </a:r>
        </a:p>
        <a:p>
          <a:pPr marL="114300" lvl="1" indent="-114300" algn="l" defTabSz="622300">
            <a:lnSpc>
              <a:spcPct val="90000"/>
            </a:lnSpc>
            <a:spcBef>
              <a:spcPct val="0"/>
            </a:spcBef>
            <a:spcAft>
              <a:spcPct val="15000"/>
            </a:spcAft>
            <a:buFont typeface="Arial" panose="020B0604020202020204" pitchFamily="34" charset="0"/>
            <a:buChar char="•"/>
          </a:pPr>
          <a:r>
            <a:rPr lang="en-IN" sz="1400" b="0" kern="1200" dirty="0"/>
            <a:t>Training - Loads A, B, C </a:t>
          </a:r>
        </a:p>
        <a:p>
          <a:pPr marL="114300" lvl="1" indent="-114300" algn="l" defTabSz="622300">
            <a:lnSpc>
              <a:spcPct val="90000"/>
            </a:lnSpc>
            <a:spcBef>
              <a:spcPct val="0"/>
            </a:spcBef>
            <a:spcAft>
              <a:spcPct val="15000"/>
            </a:spcAft>
            <a:buFont typeface="Arial" panose="020B0604020202020204" pitchFamily="34" charset="0"/>
            <a:buChar char="•"/>
          </a:pPr>
          <a:r>
            <a:rPr lang="en-IN" sz="1400" b="0" kern="1200" dirty="0"/>
            <a:t>Testing - Loads D, E, F </a:t>
          </a:r>
        </a:p>
      </dsp:txBody>
      <dsp:txXfrm>
        <a:off x="3844540" y="635448"/>
        <a:ext cx="2090349" cy="1255861"/>
      </dsp:txXfrm>
    </dsp:sp>
    <dsp:sp modelId="{46819D05-3543-4F0E-9016-FCC35946AFF9}">
      <dsp:nvSpPr>
        <dsp:cNvPr id="0" name=""/>
        <dsp:cNvSpPr/>
      </dsp:nvSpPr>
      <dsp:spPr>
        <a:xfrm rot="21374431">
          <a:off x="6251481" y="1097205"/>
          <a:ext cx="590962"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251518" y="1121242"/>
        <a:ext cx="556596" cy="68732"/>
      </dsp:txXfrm>
    </dsp:sp>
    <dsp:sp modelId="{59E66402-B9ED-4B5D-9764-95BF43F295C6}">
      <dsp:nvSpPr>
        <dsp:cNvPr id="0" name=""/>
        <dsp:cNvSpPr/>
      </dsp:nvSpPr>
      <dsp:spPr>
        <a:xfrm>
          <a:off x="7086585" y="739395"/>
          <a:ext cx="1353872" cy="6702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0" kern="1200" dirty="0"/>
            <a:t>6. Hardware</a:t>
          </a:r>
        </a:p>
      </dsp:txBody>
      <dsp:txXfrm>
        <a:off x="7106217" y="759027"/>
        <a:ext cx="1314608" cy="6310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84D02-5547-4BFD-B090-8E6FFC5C2898}">
      <dsp:nvSpPr>
        <dsp:cNvPr id="0" name=""/>
        <dsp:cNvSpPr/>
      </dsp:nvSpPr>
      <dsp:spPr>
        <a:xfrm>
          <a:off x="3968"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Conventional APF</a:t>
          </a:r>
          <a:endParaRPr lang="en-IN" sz="1200" kern="1200" dirty="0"/>
        </a:p>
      </dsp:txBody>
      <dsp:txXfrm>
        <a:off x="40003" y="1527586"/>
        <a:ext cx="1158242" cy="1254360"/>
      </dsp:txXfrm>
    </dsp:sp>
    <dsp:sp modelId="{940F285D-EA31-4962-94FA-D19453AE70A3}">
      <dsp:nvSpPr>
        <dsp:cNvPr id="0" name=""/>
        <dsp:cNvSpPr/>
      </dsp:nvSpPr>
      <dsp:spPr>
        <a:xfrm>
          <a:off x="1357312"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1357312" y="2063230"/>
        <a:ext cx="182578" cy="183071"/>
      </dsp:txXfrm>
    </dsp:sp>
    <dsp:sp modelId="{E32DCB84-433A-4A2E-8E90-2C81887ACF01}">
      <dsp:nvSpPr>
        <dsp:cNvPr id="0" name=""/>
        <dsp:cNvSpPr/>
      </dsp:nvSpPr>
      <dsp:spPr>
        <a:xfrm>
          <a:off x="1726406"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Dataset generation</a:t>
          </a:r>
          <a:endParaRPr lang="en-IN" sz="1200" kern="1200" dirty="0"/>
        </a:p>
      </dsp:txBody>
      <dsp:txXfrm>
        <a:off x="1762441" y="1527586"/>
        <a:ext cx="1158242" cy="1254360"/>
      </dsp:txXfrm>
    </dsp:sp>
    <dsp:sp modelId="{F524E63D-FD4B-4B57-B41F-0E4F8572D132}">
      <dsp:nvSpPr>
        <dsp:cNvPr id="0" name=""/>
        <dsp:cNvSpPr/>
      </dsp:nvSpPr>
      <dsp:spPr>
        <a:xfrm>
          <a:off x="3079750"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3079750" y="2063230"/>
        <a:ext cx="182578" cy="183071"/>
      </dsp:txXfrm>
    </dsp:sp>
    <dsp:sp modelId="{24B7C67E-91B4-4CCC-B8C7-570575ADAF7F}">
      <dsp:nvSpPr>
        <dsp:cNvPr id="0" name=""/>
        <dsp:cNvSpPr/>
      </dsp:nvSpPr>
      <dsp:spPr>
        <a:xfrm>
          <a:off x="3448843"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Training with different ANN architectures</a:t>
          </a:r>
          <a:endParaRPr lang="en-IN" sz="1200" kern="1200" dirty="0"/>
        </a:p>
      </dsp:txBody>
      <dsp:txXfrm>
        <a:off x="3484878" y="1527586"/>
        <a:ext cx="1158242" cy="1254360"/>
      </dsp:txXfrm>
    </dsp:sp>
    <dsp:sp modelId="{80C4B22E-427D-4FF7-A8F2-B088804CD32E}">
      <dsp:nvSpPr>
        <dsp:cNvPr id="0" name=""/>
        <dsp:cNvSpPr/>
      </dsp:nvSpPr>
      <dsp:spPr>
        <a:xfrm>
          <a:off x="4802187"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4802187" y="2063230"/>
        <a:ext cx="182578" cy="183071"/>
      </dsp:txXfrm>
    </dsp:sp>
    <dsp:sp modelId="{A857ECA0-0A5F-48BE-96B2-E125531B531F}">
      <dsp:nvSpPr>
        <dsp:cNvPr id="0" name=""/>
        <dsp:cNvSpPr/>
      </dsp:nvSpPr>
      <dsp:spPr>
        <a:xfrm>
          <a:off x="5171281"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dirty="0"/>
            <a:t>Evaluate each Results</a:t>
          </a:r>
          <a:endParaRPr lang="en-IN" sz="1200" kern="1200" dirty="0"/>
        </a:p>
        <a:p>
          <a:pPr marL="57150" lvl="1" indent="-57150" algn="l" defTabSz="400050">
            <a:lnSpc>
              <a:spcPct val="90000"/>
            </a:lnSpc>
            <a:spcBef>
              <a:spcPct val="0"/>
            </a:spcBef>
            <a:spcAft>
              <a:spcPct val="15000"/>
            </a:spcAft>
            <a:buChar char="•"/>
          </a:pPr>
          <a:r>
            <a:rPr lang="en-US" sz="900" kern="1200" dirty="0"/>
            <a:t>THD</a:t>
          </a:r>
          <a:endParaRPr lang="en-IN" sz="900" kern="1200" dirty="0"/>
        </a:p>
        <a:p>
          <a:pPr marL="57150" lvl="1" indent="-57150" algn="l" defTabSz="400050">
            <a:lnSpc>
              <a:spcPct val="90000"/>
            </a:lnSpc>
            <a:spcBef>
              <a:spcPct val="0"/>
            </a:spcBef>
            <a:spcAft>
              <a:spcPct val="15000"/>
            </a:spcAft>
            <a:buChar char="•"/>
          </a:pPr>
          <a:r>
            <a:rPr lang="en-US" sz="900" kern="1200" dirty="0"/>
            <a:t>Reference current error</a:t>
          </a:r>
          <a:endParaRPr lang="en-IN" sz="900" kern="1200" dirty="0"/>
        </a:p>
        <a:p>
          <a:pPr marL="57150" lvl="1" indent="-57150" algn="l" defTabSz="400050">
            <a:lnSpc>
              <a:spcPct val="90000"/>
            </a:lnSpc>
            <a:spcBef>
              <a:spcPct val="0"/>
            </a:spcBef>
            <a:spcAft>
              <a:spcPct val="15000"/>
            </a:spcAft>
            <a:buChar char="•"/>
          </a:pPr>
          <a:r>
            <a:rPr lang="en-US" sz="900" kern="1200" dirty="0"/>
            <a:t>Computation power required</a:t>
          </a:r>
          <a:endParaRPr lang="en-IN" sz="900" kern="1200" dirty="0"/>
        </a:p>
        <a:p>
          <a:pPr marL="57150" lvl="1" indent="-57150" algn="l" defTabSz="400050">
            <a:lnSpc>
              <a:spcPct val="90000"/>
            </a:lnSpc>
            <a:spcBef>
              <a:spcPct val="0"/>
            </a:spcBef>
            <a:spcAft>
              <a:spcPct val="15000"/>
            </a:spcAft>
            <a:buChar char="•"/>
          </a:pPr>
          <a:r>
            <a:rPr lang="en-US" sz="900" kern="1200" dirty="0"/>
            <a:t>Memory required</a:t>
          </a:r>
          <a:endParaRPr lang="en-IN" sz="900" kern="1200" dirty="0"/>
        </a:p>
      </dsp:txBody>
      <dsp:txXfrm>
        <a:off x="5207316" y="1527586"/>
        <a:ext cx="1158242" cy="1254360"/>
      </dsp:txXfrm>
    </dsp:sp>
    <dsp:sp modelId="{F21D3AD5-E760-4C4F-829D-46AF95C3938E}">
      <dsp:nvSpPr>
        <dsp:cNvPr id="0" name=""/>
        <dsp:cNvSpPr/>
      </dsp:nvSpPr>
      <dsp:spPr>
        <a:xfrm>
          <a:off x="6524624"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6524624" y="2063230"/>
        <a:ext cx="182578" cy="183071"/>
      </dsp:txXfrm>
    </dsp:sp>
    <dsp:sp modelId="{908DB1A5-2044-4AA1-8CC0-878669C4AE4E}">
      <dsp:nvSpPr>
        <dsp:cNvPr id="0" name=""/>
        <dsp:cNvSpPr/>
      </dsp:nvSpPr>
      <dsp:spPr>
        <a:xfrm>
          <a:off x="6893718"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Hardware Implementation</a:t>
          </a:r>
          <a:endParaRPr lang="en-IN" sz="1200" kern="1200" dirty="0"/>
        </a:p>
      </dsp:txBody>
      <dsp:txXfrm>
        <a:off x="6929753" y="1527586"/>
        <a:ext cx="1158242" cy="12543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095B60-13EB-4969-901D-C882B86706DD}" type="datetimeFigureOut">
              <a:rPr lang="en-IN" smtClean="0"/>
              <a:t>19-08-2026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2ACE7A-17CF-44E2-BFD2-46762DAB836D}" type="slidenum">
              <a:rPr lang="en-IN" smtClean="0"/>
              <a:t>‹#›</a:t>
            </a:fld>
            <a:endParaRPr lang="en-IN"/>
          </a:p>
        </p:txBody>
      </p:sp>
    </p:spTree>
    <p:extLst>
      <p:ext uri="{BB962C8B-B14F-4D97-AF65-F5344CB8AC3E}">
        <p14:creationId xmlns:p14="http://schemas.microsoft.com/office/powerpoint/2010/main" val="240577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Nonlinear loads such as rectifiers and power-electronic loads draw </a:t>
            </a:r>
            <a:r>
              <a:rPr lang="en-IN" dirty="0" err="1"/>
              <a:t>nonsinusoidal</a:t>
            </a:r>
            <a:r>
              <a:rPr lang="en-IN" dirty="0"/>
              <a:t> currents from the source.</a:t>
            </a:r>
          </a:p>
          <a:p>
            <a:r>
              <a:rPr lang="en-IN" dirty="0"/>
              <a:t>These harmonic currents cause distortion in the source current and deteriorate power quality.</a:t>
            </a:r>
          </a:p>
          <a:p>
            <a:r>
              <a:rPr lang="en-IN" dirty="0"/>
              <a:t>A shunt active power filter can compensate these harmonics by injecting a current that is opposite to the unwanted harmonic components.</a:t>
            </a:r>
          </a:p>
          <a:p>
            <a:r>
              <a:rPr lang="en-IN" dirty="0"/>
              <a:t>Conventional APF methods can perform this task effectively, but AI-based approaches have been investigated because neural networks can learn nonlinear relationships between measured electrical quantities and the required compensation reference.</a:t>
            </a:r>
          </a:p>
          <a:p>
            <a:r>
              <a:rPr lang="en-IN" dirty="0"/>
              <a:t>However, AI-based approaches introduce additional challenges.</a:t>
            </a:r>
          </a:p>
          <a:p>
            <a:r>
              <a:rPr lang="en-IN" dirty="0"/>
              <a:t>They can require larger models, more computation and more resources for real-time implementation.</a:t>
            </a:r>
          </a:p>
          <a:p>
            <a:r>
              <a:rPr lang="en-IN" dirty="0"/>
              <a:t>Therefore, our problem is:</a:t>
            </a:r>
          </a:p>
          <a:p>
            <a:r>
              <a:rPr lang="en-IN" b="1" dirty="0"/>
              <a:t>Can we reduce the ANN complexity sufficiently while still maintaining acceptable harmonic compensation and dynamic performance for changing load conditions?</a:t>
            </a:r>
            <a:endParaRPr lang="en-IN" dirty="0"/>
          </a:p>
          <a:p>
            <a:r>
              <a:rPr lang="en-IN" dirty="0"/>
              <a:t>This is the problem that our proposed lightweight ANN approach attempts to investigate.</a:t>
            </a:r>
          </a:p>
          <a:p>
            <a:endParaRPr lang="en-IN" dirty="0"/>
          </a:p>
        </p:txBody>
      </p:sp>
      <p:sp>
        <p:nvSpPr>
          <p:cNvPr id="4" name="Slide Number Placeholder 3"/>
          <p:cNvSpPr>
            <a:spLocks noGrp="1"/>
          </p:cNvSpPr>
          <p:nvPr>
            <p:ph type="sldNum" sz="quarter" idx="5"/>
          </p:nvPr>
        </p:nvSpPr>
        <p:spPr/>
        <p:txBody>
          <a:bodyPr/>
          <a:lstStyle/>
          <a:p>
            <a:fld id="{802ACE7A-17CF-44E2-BFD2-46762DAB836D}" type="slidenum">
              <a:rPr lang="en-IN" smtClean="0"/>
              <a:t>5</a:t>
            </a:fld>
            <a:endParaRPr lang="en-IN"/>
          </a:p>
        </p:txBody>
      </p:sp>
    </p:spTree>
    <p:extLst>
      <p:ext uri="{BB962C8B-B14F-4D97-AF65-F5344CB8AC3E}">
        <p14:creationId xmlns:p14="http://schemas.microsoft.com/office/powerpoint/2010/main" val="4209783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proposed architecture of our active power filter.</a:t>
            </a:r>
          </a:p>
          <a:p>
            <a:r>
              <a:rPr lang="en-IN" dirty="0"/>
              <a:t>On the left, we have the single-phase AC source connected to the point of common coupling, or PCC.</a:t>
            </a:r>
          </a:p>
          <a:p>
            <a:r>
              <a:rPr lang="en-IN" dirty="0"/>
              <a:t>A nonlinear load is connected at the PCC. Because the load is nonlinear, it draws a distorted current containing harmonic components.</a:t>
            </a:r>
          </a:p>
          <a:p>
            <a:r>
              <a:rPr lang="en-IN" dirty="0"/>
              <a:t>The shunt active power filter is connected in parallel with the load through the voltage-source inverter and its coupling interface.</a:t>
            </a:r>
          </a:p>
          <a:p>
            <a:r>
              <a:rPr lang="en-IN" dirty="0"/>
              <a:t>We measure the relevant electrical quantities using sensors.</a:t>
            </a:r>
          </a:p>
          <a:p>
            <a:r>
              <a:rPr lang="en-IN" dirty="0"/>
              <a:t>These measurements are supplied to the ANN.</a:t>
            </a:r>
          </a:p>
          <a:p>
            <a:r>
              <a:rPr lang="en-IN" dirty="0"/>
              <a:t>The important point is that </a:t>
            </a:r>
            <a:r>
              <a:rPr lang="en-IN" b="1" dirty="0"/>
              <a:t>the ANN is not directly controlling the MOSFETs or IGBTs</a:t>
            </a:r>
            <a:r>
              <a:rPr lang="en-IN" dirty="0"/>
              <a:t>.</a:t>
            </a:r>
          </a:p>
          <a:p>
            <a:r>
              <a:rPr lang="en-IN" dirty="0"/>
              <a:t>The ANN is used as a </a:t>
            </a:r>
            <a:r>
              <a:rPr lang="en-IN" b="1" dirty="0"/>
              <a:t>reference-current generator</a:t>
            </a:r>
            <a:r>
              <a:rPr lang="en-IN" dirty="0"/>
              <a:t>.</a:t>
            </a:r>
          </a:p>
          <a:p>
            <a:r>
              <a:rPr lang="en-IN" dirty="0"/>
              <a:t>It receives the measured electrical quantities and generates the desired compensating-current reference.</a:t>
            </a:r>
          </a:p>
          <a:p>
            <a:r>
              <a:rPr lang="en-IN" dirty="0"/>
              <a:t>This reference is then processed by the PI controller.</a:t>
            </a:r>
          </a:p>
          <a:p>
            <a:r>
              <a:rPr lang="en-IN" dirty="0"/>
              <a:t>The PI controller produces the control signal required for PWM generation.</a:t>
            </a:r>
          </a:p>
          <a:p>
            <a:r>
              <a:rPr lang="en-IN" dirty="0"/>
              <a:t>The PWM pulses drive the voltage-source inverter.</a:t>
            </a:r>
          </a:p>
          <a:p>
            <a:r>
              <a:rPr lang="en-IN" dirty="0"/>
              <a:t>The inverter then injects the compensating current into the PCC.</a:t>
            </a:r>
          </a:p>
          <a:p>
            <a:r>
              <a:rPr lang="en-IN" dirty="0"/>
              <a:t>The objective is that the harmonic components of the load current are compensated by the filter current, so that the source current becomes closer to sinusoidal and its THD is reduced.</a:t>
            </a:r>
          </a:p>
          <a:p>
            <a:endParaRPr lang="en-IN" dirty="0"/>
          </a:p>
        </p:txBody>
      </p:sp>
      <p:sp>
        <p:nvSpPr>
          <p:cNvPr id="4" name="Slide Number Placeholder 3"/>
          <p:cNvSpPr>
            <a:spLocks noGrp="1"/>
          </p:cNvSpPr>
          <p:nvPr>
            <p:ph type="sldNum" sz="quarter" idx="5"/>
          </p:nvPr>
        </p:nvSpPr>
        <p:spPr/>
        <p:txBody>
          <a:bodyPr/>
          <a:lstStyle/>
          <a:p>
            <a:fld id="{802ACE7A-17CF-44E2-BFD2-46762DAB836D}" type="slidenum">
              <a:rPr lang="en-IN" smtClean="0"/>
              <a:t>6</a:t>
            </a:fld>
            <a:endParaRPr lang="en-IN"/>
          </a:p>
        </p:txBody>
      </p:sp>
    </p:spTree>
    <p:extLst>
      <p:ext uri="{BB962C8B-B14F-4D97-AF65-F5344CB8AC3E}">
        <p14:creationId xmlns:p14="http://schemas.microsoft.com/office/powerpoint/2010/main" val="185791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First</a:t>
            </a:r>
            <a:r>
              <a:rPr lang="en-IN" dirty="0"/>
              <a:t>, we develop a conventional APF model. This gives us a baseline system and allows us to verify the basic power-electronics operation before introducing AI.</a:t>
            </a:r>
          </a:p>
          <a:p>
            <a:r>
              <a:rPr lang="en-IN" b="1" dirty="0"/>
              <a:t>Second</a:t>
            </a:r>
            <a:r>
              <a:rPr lang="en-IN" dirty="0"/>
              <a:t>, we generate the required training dataset from different operating conditions. The dataset contains the electrical measurements required by the ANN and the corresponding reference-current information.</a:t>
            </a:r>
          </a:p>
          <a:p>
            <a:r>
              <a:rPr lang="en-IN" b="1" dirty="0"/>
              <a:t>Third</a:t>
            </a:r>
            <a:r>
              <a:rPr lang="en-IN" dirty="0"/>
              <a:t>, instead of using one arbitrarily selected neural network, we develop multiple compact ANN architectures with different numbers of neurons and layers.</a:t>
            </a:r>
          </a:p>
          <a:p>
            <a:r>
              <a:rPr lang="en-IN" dirty="0"/>
              <a:t>We will train, validate and test these models.</a:t>
            </a:r>
          </a:p>
          <a:p>
            <a:r>
              <a:rPr lang="en-IN" b="1" dirty="0"/>
              <a:t>Fourth</a:t>
            </a:r>
            <a:r>
              <a:rPr lang="en-IN" dirty="0"/>
              <a:t>, we evaluate each ANN based on both electrical and computational performance.</a:t>
            </a:r>
          </a:p>
          <a:p>
            <a:r>
              <a:rPr lang="en-IN" dirty="0"/>
              <a:t>Electrically, we will consider source-current THD, reference-current error and dynamic response.</a:t>
            </a:r>
          </a:p>
          <a:p>
            <a:r>
              <a:rPr lang="en-IN" dirty="0"/>
              <a:t>Computationally, we will consider the number of parameters, memory requirement and, most importantly, the ANN inference time and total control-loop execution time.</a:t>
            </a:r>
          </a:p>
          <a:p>
            <a:r>
              <a:rPr lang="en-IN" b="1" dirty="0"/>
              <a:t>Fifth</a:t>
            </a:r>
            <a:r>
              <a:rPr lang="en-IN" dirty="0"/>
              <a:t>, we perform an unseen-load study. Some load conditions will be used during training, while different conditions will be reserved exclusively for testing. This allows us to examine whether reducing the ANN complexity affects its ability to generalize to changing load conditions.</a:t>
            </a:r>
          </a:p>
          <a:p>
            <a:r>
              <a:rPr lang="en-IN" b="1" dirty="0"/>
              <a:t>Finally</a:t>
            </a:r>
            <a:r>
              <a:rPr lang="en-IN" dirty="0"/>
              <a:t>, the selected compact ANN will be implemented on the embedded controller and tested using our low-voltage hardware prototype.</a:t>
            </a:r>
          </a:p>
          <a:p>
            <a:endParaRPr lang="en-IN" dirty="0"/>
          </a:p>
        </p:txBody>
      </p:sp>
      <p:sp>
        <p:nvSpPr>
          <p:cNvPr id="4" name="Slide Number Placeholder 3"/>
          <p:cNvSpPr>
            <a:spLocks noGrp="1"/>
          </p:cNvSpPr>
          <p:nvPr>
            <p:ph type="sldNum" sz="quarter" idx="5"/>
          </p:nvPr>
        </p:nvSpPr>
        <p:spPr/>
        <p:txBody>
          <a:bodyPr/>
          <a:lstStyle/>
          <a:p>
            <a:fld id="{802ACE7A-17CF-44E2-BFD2-46762DAB836D}" type="slidenum">
              <a:rPr lang="en-IN" smtClean="0"/>
              <a:t>7</a:t>
            </a:fld>
            <a:endParaRPr lang="en-IN"/>
          </a:p>
        </p:txBody>
      </p:sp>
    </p:spTree>
    <p:extLst>
      <p:ext uri="{BB962C8B-B14F-4D97-AF65-F5344CB8AC3E}">
        <p14:creationId xmlns:p14="http://schemas.microsoft.com/office/powerpoint/2010/main" val="821649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34B1-1A0A-852C-91C5-834ED76ED3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640211-4210-4220-3D1D-D4874EEC72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9E3A6C-5C79-DE59-7DF9-BE5682430092}"/>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5" name="Footer Placeholder 4">
            <a:extLst>
              <a:ext uri="{FF2B5EF4-FFF2-40B4-BE49-F238E27FC236}">
                <a16:creationId xmlns:a16="http://schemas.microsoft.com/office/drawing/2014/main" id="{AED2D08F-71D1-A089-A4D3-E861AE4407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9E64A-0054-4F6E-C338-E444D2F75B68}"/>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68268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F56D-3D91-6194-DB78-1169D940DF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B72647-523F-CD51-B594-3E45E3B2D5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98B07-608E-20B3-8EC0-8E8D1E3023F1}"/>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5" name="Footer Placeholder 4">
            <a:extLst>
              <a:ext uri="{FF2B5EF4-FFF2-40B4-BE49-F238E27FC236}">
                <a16:creationId xmlns:a16="http://schemas.microsoft.com/office/drawing/2014/main" id="{F20E5738-2A5E-0FB9-0DA4-161D823052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AA4D47-D8B3-F842-725E-697A96233397}"/>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3091454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C9608-1B7F-1F07-FFDE-D19897F2D6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CA123A-574A-A782-EE8B-1695606BE1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2BE51F-0F39-D65A-3D7C-B1E67CC8EF4A}"/>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5" name="Footer Placeholder 4">
            <a:extLst>
              <a:ext uri="{FF2B5EF4-FFF2-40B4-BE49-F238E27FC236}">
                <a16:creationId xmlns:a16="http://schemas.microsoft.com/office/drawing/2014/main" id="{5459C6F1-EE34-069B-CD6D-6D274AC1A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2F86AD-D12E-1248-1119-DE3198A59E44}"/>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413731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5FA07-50D9-633A-E3BE-B574E772C6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677722-EC32-8A21-92C4-E235A81B37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EE4A25-1C67-7402-F99D-CF98A9A908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CB3D27-2DD4-1B77-C01E-64EE6953DB2A}"/>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6" name="Footer Placeholder 5">
            <a:extLst>
              <a:ext uri="{FF2B5EF4-FFF2-40B4-BE49-F238E27FC236}">
                <a16:creationId xmlns:a16="http://schemas.microsoft.com/office/drawing/2014/main" id="{EF778512-3FDF-1FF4-EB8D-1D00C0D285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2F0EDE-E45C-B7C5-722C-4DBCA0968AA4}"/>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2244981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82479-A5B2-A170-CA1E-1DE696188F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1AF034-A3A3-0727-809F-B70DB53D41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33F7A5-57B3-05C9-6191-569EC73D63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BD2812-EB3C-64EC-7DB6-DCC50D379E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36B8A6-2854-B546-6B31-8501AA82A7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999CD0-7896-1997-53CC-A840B89DFDFE}"/>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8" name="Footer Placeholder 7">
            <a:extLst>
              <a:ext uri="{FF2B5EF4-FFF2-40B4-BE49-F238E27FC236}">
                <a16:creationId xmlns:a16="http://schemas.microsoft.com/office/drawing/2014/main" id="{308EF4E8-AF51-EAD0-1D37-9272D88785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4075E0-7151-39ED-4711-F03BE42FE95E}"/>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3465754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A2B3-DD65-2438-8090-1A66D30786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930CD2-DA04-AE79-4DDC-530B8DF3EB50}"/>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4" name="Footer Placeholder 3">
            <a:extLst>
              <a:ext uri="{FF2B5EF4-FFF2-40B4-BE49-F238E27FC236}">
                <a16:creationId xmlns:a16="http://schemas.microsoft.com/office/drawing/2014/main" id="{1D996010-A1CF-B979-C5D8-946A33FA41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037F77-F7DF-7D2D-3FF9-1B5431FB4A05}"/>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2415582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F408E-EE81-D617-8546-427CDB36C734}"/>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3" name="Footer Placeholder 2">
            <a:extLst>
              <a:ext uri="{FF2B5EF4-FFF2-40B4-BE49-F238E27FC236}">
                <a16:creationId xmlns:a16="http://schemas.microsoft.com/office/drawing/2014/main" id="{0DB8A4CF-C775-331B-BE51-5102513E9C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DE7A28-722B-5CB8-F071-8618D2F921EE}"/>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37116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C0BC-FD92-7CDA-B4FD-2C7F848225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D0A68E-118E-E7F7-0303-1E8707CCAC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A66B81-D682-C337-6D0A-DF547B4FF9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C15D0-D9D3-D565-814C-591A02EFF5E6}"/>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6" name="Footer Placeholder 5">
            <a:extLst>
              <a:ext uri="{FF2B5EF4-FFF2-40B4-BE49-F238E27FC236}">
                <a16:creationId xmlns:a16="http://schemas.microsoft.com/office/drawing/2014/main" id="{B8C59E44-9CE2-3CC2-05A8-FF760A3B8D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22BDEE-E58C-EABA-C708-C62F65092399}"/>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423357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90333-BCD4-16A9-317C-D6059694A4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6CAACE-7446-3D14-2A90-C5C5974EF5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7A3DF5-1F83-1CC4-B5F3-AE27E23530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0A1200-FFEF-EA67-04AE-CE5D53B398AE}"/>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6" name="Footer Placeholder 5">
            <a:extLst>
              <a:ext uri="{FF2B5EF4-FFF2-40B4-BE49-F238E27FC236}">
                <a16:creationId xmlns:a16="http://schemas.microsoft.com/office/drawing/2014/main" id="{980F4464-FA0A-0FEC-6C82-A9BF69B002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E52908-EB7B-9D54-65CB-FF4DAE948DEC}"/>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402288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D858-E9C0-033F-D4BF-6D174C1AE8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548D47-73FF-9036-C162-9BF8365DF9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C017BE-AAF3-48E7-940B-055BA145FC82}"/>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5" name="Footer Placeholder 4">
            <a:extLst>
              <a:ext uri="{FF2B5EF4-FFF2-40B4-BE49-F238E27FC236}">
                <a16:creationId xmlns:a16="http://schemas.microsoft.com/office/drawing/2014/main" id="{061DD186-018F-3355-D169-25CBF8BFBD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52BF8E-5AEE-F5A0-AFE2-E6A08724376B}"/>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221598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5D1AD4-E591-DF57-F144-7FD29DB0DD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566AA1-011C-8D60-2935-344483E076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876281-9386-453E-2AAB-A7698A8E4782}"/>
              </a:ext>
            </a:extLst>
          </p:cNvPr>
          <p:cNvSpPr>
            <a:spLocks noGrp="1"/>
          </p:cNvSpPr>
          <p:nvPr>
            <p:ph type="dt" sz="half" idx="10"/>
          </p:nvPr>
        </p:nvSpPr>
        <p:spPr/>
        <p:txBody>
          <a:bodyPr/>
          <a:lstStyle/>
          <a:p>
            <a:fld id="{614AB763-60A4-48B7-9850-95A402F4C146}" type="datetimeFigureOut">
              <a:rPr lang="en-IN" smtClean="0"/>
              <a:t>19-08-2026</a:t>
            </a:fld>
            <a:endParaRPr lang="en-IN"/>
          </a:p>
        </p:txBody>
      </p:sp>
      <p:sp>
        <p:nvSpPr>
          <p:cNvPr id="5" name="Footer Placeholder 4">
            <a:extLst>
              <a:ext uri="{FF2B5EF4-FFF2-40B4-BE49-F238E27FC236}">
                <a16:creationId xmlns:a16="http://schemas.microsoft.com/office/drawing/2014/main" id="{918E3E4B-A55B-9C8C-5904-E5FCE5DEA1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76312-73C7-070B-7711-81F3C5111B1E}"/>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3610840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9DF29C-CBEC-B373-C4CE-2C7B77E84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3EA3A6-46B6-0A0A-369A-0653BD67F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3AF647-AB8E-9F92-63E9-EFD8E875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4AB763-60A4-48B7-9850-95A402F4C146}" type="datetimeFigureOut">
              <a:rPr lang="en-IN" smtClean="0"/>
              <a:t>19-08-2026</a:t>
            </a:fld>
            <a:endParaRPr lang="en-IN"/>
          </a:p>
        </p:txBody>
      </p:sp>
      <p:sp>
        <p:nvSpPr>
          <p:cNvPr id="5" name="Footer Placeholder 4">
            <a:extLst>
              <a:ext uri="{FF2B5EF4-FFF2-40B4-BE49-F238E27FC236}">
                <a16:creationId xmlns:a16="http://schemas.microsoft.com/office/drawing/2014/main" id="{218B4B21-87BC-756E-61AF-7242656522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4D88B3-0C86-9114-426B-1722635771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BF6972-21E0-4CF6-BA86-E7E9DE14FCC1}" type="slidenum">
              <a:rPr lang="en-IN" smtClean="0"/>
              <a:t>‹#›</a:t>
            </a:fld>
            <a:endParaRPr lang="en-IN"/>
          </a:p>
        </p:txBody>
      </p:sp>
    </p:spTree>
    <p:extLst>
      <p:ext uri="{BB962C8B-B14F-4D97-AF65-F5344CB8AC3E}">
        <p14:creationId xmlns:p14="http://schemas.microsoft.com/office/powerpoint/2010/main" val="3716204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CA43F-C6B1-08CE-5671-3707A43EFF45}"/>
              </a:ext>
            </a:extLst>
          </p:cNvPr>
          <p:cNvSpPr>
            <a:spLocks noGrp="1"/>
          </p:cNvSpPr>
          <p:nvPr>
            <p:ph type="ctrTitle"/>
          </p:nvPr>
        </p:nvSpPr>
        <p:spPr>
          <a:xfrm>
            <a:off x="149352" y="2147189"/>
            <a:ext cx="11893296" cy="2065211"/>
          </a:xfrm>
        </p:spPr>
        <p:txBody>
          <a:bodyPr>
            <a:noAutofit/>
          </a:bodyPr>
          <a:lstStyle/>
          <a:p>
            <a:r>
              <a:rPr lang="en-IN" sz="4400" dirty="0"/>
              <a:t> ANN BASED ACTIVE POWER FILTER FOR ADAPTIVE HARMONIC COMPENSATION</a:t>
            </a:r>
            <a:endParaRPr lang="en-IN" sz="4400" dirty="0">
              <a:effectLst/>
            </a:endParaRPr>
          </a:p>
        </p:txBody>
      </p:sp>
      <p:sp>
        <p:nvSpPr>
          <p:cNvPr id="3" name="Subtitle 2">
            <a:extLst>
              <a:ext uri="{FF2B5EF4-FFF2-40B4-BE49-F238E27FC236}">
                <a16:creationId xmlns:a16="http://schemas.microsoft.com/office/drawing/2014/main" id="{70EE851F-14F9-9632-8584-446AAB5DDA22}"/>
              </a:ext>
            </a:extLst>
          </p:cNvPr>
          <p:cNvSpPr>
            <a:spLocks noGrp="1"/>
          </p:cNvSpPr>
          <p:nvPr>
            <p:ph type="subTitle" idx="1"/>
          </p:nvPr>
        </p:nvSpPr>
        <p:spPr>
          <a:xfrm>
            <a:off x="591312" y="4710811"/>
            <a:ext cx="2910840" cy="1655762"/>
          </a:xfrm>
        </p:spPr>
        <p:txBody>
          <a:bodyPr>
            <a:noAutofit/>
          </a:bodyPr>
          <a:lstStyle/>
          <a:p>
            <a:pPr algn="l"/>
            <a:r>
              <a:rPr lang="en-IN" sz="1600" b="1" dirty="0"/>
              <a:t>PROJECT COORDINATOR</a:t>
            </a:r>
          </a:p>
          <a:p>
            <a:pPr algn="l"/>
            <a:r>
              <a:rPr lang="en-IN" sz="1800" b="1" dirty="0"/>
              <a:t>Dr. Smitha B</a:t>
            </a:r>
            <a:endParaRPr lang="en-IN" sz="1800" dirty="0"/>
          </a:p>
          <a:p>
            <a:pPr algn="l"/>
            <a:r>
              <a:rPr lang="en-IN" sz="1800" dirty="0"/>
              <a:t>Professor</a:t>
            </a:r>
          </a:p>
          <a:p>
            <a:pPr algn="l"/>
            <a:r>
              <a:rPr lang="en-IN" sz="1800" dirty="0"/>
              <a:t>Department of EEE</a:t>
            </a:r>
          </a:p>
        </p:txBody>
      </p:sp>
      <p:sp>
        <p:nvSpPr>
          <p:cNvPr id="4" name="Subtitle 2">
            <a:extLst>
              <a:ext uri="{FF2B5EF4-FFF2-40B4-BE49-F238E27FC236}">
                <a16:creationId xmlns:a16="http://schemas.microsoft.com/office/drawing/2014/main" id="{0ECE3C61-C355-6618-84A8-91D4000A043E}"/>
              </a:ext>
            </a:extLst>
          </p:cNvPr>
          <p:cNvSpPr txBox="1">
            <a:spLocks/>
          </p:cNvSpPr>
          <p:nvPr/>
        </p:nvSpPr>
        <p:spPr>
          <a:xfrm>
            <a:off x="4978146" y="4710811"/>
            <a:ext cx="2235708"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b="1" dirty="0"/>
              <a:t>GUIDED BY</a:t>
            </a:r>
          </a:p>
          <a:p>
            <a:r>
              <a:rPr lang="en-IN" sz="1800" b="1" dirty="0"/>
              <a:t>Mrs. Priya S</a:t>
            </a:r>
          </a:p>
          <a:p>
            <a:r>
              <a:rPr lang="en-IN" sz="1800" dirty="0"/>
              <a:t>Assoc. Professor</a:t>
            </a:r>
          </a:p>
          <a:p>
            <a:r>
              <a:rPr lang="en-IN" sz="1800" dirty="0"/>
              <a:t>Department of EEE</a:t>
            </a:r>
            <a:endParaRPr lang="en-IN" sz="1800" dirty="0">
              <a:effectLst/>
            </a:endParaRPr>
          </a:p>
        </p:txBody>
      </p:sp>
      <p:sp>
        <p:nvSpPr>
          <p:cNvPr id="5" name="Subtitle 2">
            <a:extLst>
              <a:ext uri="{FF2B5EF4-FFF2-40B4-BE49-F238E27FC236}">
                <a16:creationId xmlns:a16="http://schemas.microsoft.com/office/drawing/2014/main" id="{A57246E8-8710-64EA-961D-8FE9C4AA9E20}"/>
              </a:ext>
            </a:extLst>
          </p:cNvPr>
          <p:cNvSpPr txBox="1">
            <a:spLocks/>
          </p:cNvSpPr>
          <p:nvPr/>
        </p:nvSpPr>
        <p:spPr>
          <a:xfrm>
            <a:off x="8689848" y="4710811"/>
            <a:ext cx="2910840" cy="165576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t>PRESENTED BY</a:t>
            </a:r>
            <a:endParaRPr lang="en-IN" sz="1800" dirty="0"/>
          </a:p>
          <a:p>
            <a:pPr algn="l"/>
            <a:r>
              <a:rPr lang="en-IN" dirty="0"/>
              <a:t>Sooraj Mohan (NSS23EE123)</a:t>
            </a:r>
            <a:endParaRPr lang="en-IN" sz="1800" dirty="0"/>
          </a:p>
          <a:p>
            <a:pPr algn="l"/>
            <a:r>
              <a:rPr lang="en-IN" dirty="0"/>
              <a:t>Kaladharan Lal (NSS23EE071)</a:t>
            </a:r>
            <a:endParaRPr lang="en-IN" sz="1800" dirty="0"/>
          </a:p>
          <a:p>
            <a:pPr algn="l"/>
            <a:r>
              <a:rPr lang="en-IN" dirty="0"/>
              <a:t>Praveen P (LNSS23EE151)</a:t>
            </a:r>
            <a:endParaRPr lang="en-IN" sz="1800" dirty="0"/>
          </a:p>
          <a:p>
            <a:pPr algn="l"/>
            <a:r>
              <a:rPr lang="en-IN" dirty="0"/>
              <a:t>Prayag K (NSS23EE106)</a:t>
            </a:r>
            <a:endParaRPr lang="en-IN" sz="1800" dirty="0">
              <a:effectLst/>
            </a:endParaRPr>
          </a:p>
        </p:txBody>
      </p:sp>
      <p:pic>
        <p:nvPicPr>
          <p:cNvPr id="7" name="Picture 6">
            <a:extLst>
              <a:ext uri="{FF2B5EF4-FFF2-40B4-BE49-F238E27FC236}">
                <a16:creationId xmlns:a16="http://schemas.microsoft.com/office/drawing/2014/main" id="{0F7B2D81-591F-810A-257C-881F72637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5794" y="150112"/>
            <a:ext cx="1740412" cy="1636779"/>
          </a:xfrm>
          <a:prstGeom prst="rect">
            <a:avLst/>
          </a:prstGeom>
        </p:spPr>
      </p:pic>
      <p:sp>
        <p:nvSpPr>
          <p:cNvPr id="8" name="TextBox 7">
            <a:extLst>
              <a:ext uri="{FF2B5EF4-FFF2-40B4-BE49-F238E27FC236}">
                <a16:creationId xmlns:a16="http://schemas.microsoft.com/office/drawing/2014/main" id="{F83B25CA-A190-7897-2B96-9D8C9435D5ED}"/>
              </a:ext>
            </a:extLst>
          </p:cNvPr>
          <p:cNvSpPr txBox="1"/>
          <p:nvPr/>
        </p:nvSpPr>
        <p:spPr>
          <a:xfrm>
            <a:off x="1932432" y="1764383"/>
            <a:ext cx="8327136" cy="646331"/>
          </a:xfrm>
          <a:prstGeom prst="rect">
            <a:avLst/>
          </a:prstGeom>
          <a:noFill/>
        </p:spPr>
        <p:txBody>
          <a:bodyPr wrap="square" rtlCol="0">
            <a:spAutoFit/>
          </a:bodyPr>
          <a:lstStyle/>
          <a:p>
            <a:pPr algn="ctr"/>
            <a:r>
              <a:rPr lang="en-US" dirty="0"/>
              <a:t>NSS College of Engineering,</a:t>
            </a:r>
          </a:p>
          <a:p>
            <a:pPr algn="ctr"/>
            <a:r>
              <a:rPr lang="en-US" dirty="0"/>
              <a:t> Department of Electrical and Electronics Engineering</a:t>
            </a:r>
            <a:endParaRPr lang="en-IN" dirty="0"/>
          </a:p>
        </p:txBody>
      </p:sp>
    </p:spTree>
    <p:extLst>
      <p:ext uri="{BB962C8B-B14F-4D97-AF65-F5344CB8AC3E}">
        <p14:creationId xmlns:p14="http://schemas.microsoft.com/office/powerpoint/2010/main" val="236277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62387-623A-F7F8-2618-AE7931A49437}"/>
              </a:ext>
            </a:extLst>
          </p:cNvPr>
          <p:cNvSpPr>
            <a:spLocks noGrp="1"/>
          </p:cNvSpPr>
          <p:nvPr>
            <p:ph type="title"/>
          </p:nvPr>
        </p:nvSpPr>
        <p:spPr/>
        <p:txBody>
          <a:bodyPr/>
          <a:lstStyle/>
          <a:p>
            <a:r>
              <a:rPr lang="en-IN" dirty="0"/>
              <a:t>Other Research Topics</a:t>
            </a:r>
          </a:p>
        </p:txBody>
      </p:sp>
      <p:sp>
        <p:nvSpPr>
          <p:cNvPr id="3" name="Content Placeholder 2">
            <a:extLst>
              <a:ext uri="{FF2B5EF4-FFF2-40B4-BE49-F238E27FC236}">
                <a16:creationId xmlns:a16="http://schemas.microsoft.com/office/drawing/2014/main" id="{962BD906-FCBE-B6A8-8489-6EF2C522D6BF}"/>
              </a:ext>
            </a:extLst>
          </p:cNvPr>
          <p:cNvSpPr>
            <a:spLocks noGrp="1"/>
          </p:cNvSpPr>
          <p:nvPr>
            <p:ph idx="1"/>
          </p:nvPr>
        </p:nvSpPr>
        <p:spPr/>
        <p:txBody>
          <a:bodyPr/>
          <a:lstStyle/>
          <a:p>
            <a:pPr marL="514350" indent="-514350">
              <a:buFont typeface="+mj-lt"/>
              <a:buAutoNum type="arabicPeriod"/>
            </a:pPr>
            <a:r>
              <a:rPr lang="en-IN" dirty="0"/>
              <a:t>Reduced Switch Multilevel Inverter</a:t>
            </a:r>
          </a:p>
          <a:p>
            <a:pPr marL="514350" indent="-514350">
              <a:buFont typeface="+mj-lt"/>
              <a:buAutoNum type="arabicPeriod"/>
            </a:pPr>
            <a:r>
              <a:rPr lang="en-IN" dirty="0"/>
              <a:t>DAB based Inverter</a:t>
            </a:r>
          </a:p>
          <a:p>
            <a:pPr marL="514350" indent="-514350">
              <a:buFont typeface="+mj-lt"/>
              <a:buAutoNum type="arabicPeriod"/>
            </a:pPr>
            <a:r>
              <a:rPr lang="en-IN" dirty="0"/>
              <a:t>AI Based APFC</a:t>
            </a:r>
          </a:p>
        </p:txBody>
      </p:sp>
    </p:spTree>
    <p:extLst>
      <p:ext uri="{BB962C8B-B14F-4D97-AF65-F5344CB8AC3E}">
        <p14:creationId xmlns:p14="http://schemas.microsoft.com/office/powerpoint/2010/main" val="2293711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732D-7083-A8C0-2AFA-20CD011B489A}"/>
              </a:ext>
            </a:extLst>
          </p:cNvPr>
          <p:cNvSpPr>
            <a:spLocks noGrp="1"/>
          </p:cNvSpPr>
          <p:nvPr>
            <p:ph type="title"/>
          </p:nvPr>
        </p:nvSpPr>
        <p:spPr>
          <a:xfrm>
            <a:off x="591312" y="118237"/>
            <a:ext cx="10515600" cy="1325563"/>
          </a:xfrm>
        </p:spPr>
        <p:txBody>
          <a:bodyPr/>
          <a:lstStyle/>
          <a:p>
            <a:r>
              <a:rPr lang="en-IN" dirty="0"/>
              <a:t>Literature Review</a:t>
            </a:r>
          </a:p>
        </p:txBody>
      </p:sp>
      <p:graphicFrame>
        <p:nvGraphicFramePr>
          <p:cNvPr id="4" name="Content Placeholder 3">
            <a:extLst>
              <a:ext uri="{FF2B5EF4-FFF2-40B4-BE49-F238E27FC236}">
                <a16:creationId xmlns:a16="http://schemas.microsoft.com/office/drawing/2014/main" id="{A8D21292-0D89-39F8-BDA0-8C81EFB9ADE9}"/>
              </a:ext>
            </a:extLst>
          </p:cNvPr>
          <p:cNvGraphicFramePr>
            <a:graphicFrameLocks noGrp="1"/>
          </p:cNvGraphicFramePr>
          <p:nvPr>
            <p:ph idx="1"/>
            <p:extLst>
              <p:ext uri="{D42A27DB-BD31-4B8C-83A1-F6EECF244321}">
                <p14:modId xmlns:p14="http://schemas.microsoft.com/office/powerpoint/2010/main" val="4114758109"/>
              </p:ext>
            </p:extLst>
          </p:nvPr>
        </p:nvGraphicFramePr>
        <p:xfrm>
          <a:off x="296418" y="1230445"/>
          <a:ext cx="11599164" cy="5383715"/>
        </p:xfrm>
        <a:graphic>
          <a:graphicData uri="http://schemas.openxmlformats.org/drawingml/2006/table">
            <a:tbl>
              <a:tblPr/>
              <a:tblGrid>
                <a:gridCol w="416052">
                  <a:extLst>
                    <a:ext uri="{9D8B030D-6E8A-4147-A177-3AD203B41FA5}">
                      <a16:colId xmlns:a16="http://schemas.microsoft.com/office/drawing/2014/main" val="3375538851"/>
                    </a:ext>
                  </a:extLst>
                </a:gridCol>
                <a:gridCol w="1792224">
                  <a:extLst>
                    <a:ext uri="{9D8B030D-6E8A-4147-A177-3AD203B41FA5}">
                      <a16:colId xmlns:a16="http://schemas.microsoft.com/office/drawing/2014/main" val="1881426449"/>
                    </a:ext>
                  </a:extLst>
                </a:gridCol>
                <a:gridCol w="3493008">
                  <a:extLst>
                    <a:ext uri="{9D8B030D-6E8A-4147-A177-3AD203B41FA5}">
                      <a16:colId xmlns:a16="http://schemas.microsoft.com/office/drawing/2014/main" val="2362241574"/>
                    </a:ext>
                  </a:extLst>
                </a:gridCol>
                <a:gridCol w="3035808">
                  <a:extLst>
                    <a:ext uri="{9D8B030D-6E8A-4147-A177-3AD203B41FA5}">
                      <a16:colId xmlns:a16="http://schemas.microsoft.com/office/drawing/2014/main" val="3767144270"/>
                    </a:ext>
                  </a:extLst>
                </a:gridCol>
                <a:gridCol w="2862072">
                  <a:extLst>
                    <a:ext uri="{9D8B030D-6E8A-4147-A177-3AD203B41FA5}">
                      <a16:colId xmlns:a16="http://schemas.microsoft.com/office/drawing/2014/main" val="4197467063"/>
                    </a:ext>
                  </a:extLst>
                </a:gridCol>
              </a:tblGrid>
              <a:tr h="290089">
                <a:tc>
                  <a:txBody>
                    <a:bodyPr/>
                    <a:lstStyle/>
                    <a:p>
                      <a:pPr>
                        <a:buNone/>
                      </a:pPr>
                      <a:r>
                        <a:rPr lang="en-IN" sz="1600" b="1" dirty="0"/>
                        <a:t>Sl. No.</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Author</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Title</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Key contribution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Research gap / limitation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753236535"/>
                  </a:ext>
                </a:extLst>
              </a:tr>
              <a:tr h="911709">
                <a:tc>
                  <a:txBody>
                    <a:bodyPr/>
                    <a:lstStyle/>
                    <a:p>
                      <a:pPr>
                        <a:buNone/>
                      </a:pPr>
                      <a:r>
                        <a:rPr lang="en-IN" sz="1600" dirty="0"/>
                        <a:t>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Flores-Garrido et al. (2021)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dirty="0"/>
                        <a:t>Nonlinear Loads Compensation Using a Shunt Active Power Filter Controlled by Feedforward Neural Networks</a:t>
                      </a:r>
                      <a:endParaRPr lang="en-IN" sz="1600" dirty="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MLP-based APF reference generation; MATLAB + experimental validation; 100k training patterns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Large training set; focuses on effective ANN operation rather than minimum data requirement</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241023"/>
                  </a:ext>
                </a:extLst>
              </a:tr>
              <a:tr h="787385">
                <a:tc>
                  <a:txBody>
                    <a:bodyPr/>
                    <a:lstStyle/>
                    <a:p>
                      <a:pPr>
                        <a:buNone/>
                      </a:pPr>
                      <a:r>
                        <a:rPr lang="en-IN" sz="1600"/>
                        <a:t>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Janpong et al. (2021)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dirty="0"/>
                        <a:t>Harmonic Detection for Shunt Active Power Filter Using ADALINE Neural Network</a:t>
                      </a:r>
                      <a:endParaRPr lang="en-IN" sz="1600" dirty="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ADALINE reference-current generation; DSP/HIL implementation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Neural approach is validated, but model/data-efficiency trade-off is not the main focus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2732602"/>
                  </a:ext>
                </a:extLst>
              </a:tr>
              <a:tr h="787385">
                <a:tc>
                  <a:txBody>
                    <a:bodyPr/>
                    <a:lstStyle/>
                    <a:p>
                      <a:pPr>
                        <a:buNone/>
                      </a:pPr>
                      <a:r>
                        <a:rPr lang="en-IN" sz="1600" dirty="0"/>
                        <a:t>3</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Deshpande et al. (2022)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a:t>Analysis of Levenberg-Marquardt-ANN Based Reference Current Generation for Control of SAPF</a:t>
                      </a:r>
                      <a:endParaRPr lang="en-IN" sz="160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ANN reference-current generation under nonlinear/dynamic/unbalanced loads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Focuses on ANN performance; systematic data/model reduction is not the objective</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569720"/>
                  </a:ext>
                </a:extLst>
              </a:tr>
              <a:tr h="787385">
                <a:tc>
                  <a:txBody>
                    <a:bodyPr/>
                    <a:lstStyle/>
                    <a:p>
                      <a:pPr>
                        <a:buNone/>
                      </a:pPr>
                      <a:r>
                        <a:rPr lang="en-IN" sz="1600"/>
                        <a:t>4</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Muneer et al. (2023)</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a:t>Optimal Machine-Learning-Based Controller for SAPF by Auto Machine Learning</a:t>
                      </a:r>
                      <a:endParaRPr lang="en-IN" sz="160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AutoML across &gt;15 ML models and 110 hyperparameters; experimental prototype</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Optimizes model selection; our focus is specifically </a:t>
                      </a:r>
                      <a:r>
                        <a:rPr lang="en-IN" sz="1600" b="0" dirty="0"/>
                        <a:t>data/model economy + unseen-load evaluation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8597851"/>
                  </a:ext>
                </a:extLst>
              </a:tr>
              <a:tr h="787385">
                <a:tc>
                  <a:txBody>
                    <a:bodyPr/>
                    <a:lstStyle/>
                    <a:p>
                      <a:pPr>
                        <a:buNone/>
                      </a:pPr>
                      <a:r>
                        <a:rPr lang="en-IN" sz="1600"/>
                        <a:t>5</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Govind et al. (2024)</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a:t>Simulation and Real Time Implementation of SAPF Using Adaptive Neural Network Topology</a:t>
                      </a:r>
                      <a:endParaRPr lang="en-IN" sz="160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ANN/ADALINE APF; MATLAB/Simulink + DSP prototype; dynamic loads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Demonstrates real-time ANN APF; resource/data efficiency is not the central research question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029143"/>
                  </a:ext>
                </a:extLst>
              </a:tr>
            </a:tbl>
          </a:graphicData>
        </a:graphic>
      </p:graphicFrame>
    </p:spTree>
    <p:extLst>
      <p:ext uri="{BB962C8B-B14F-4D97-AF65-F5344CB8AC3E}">
        <p14:creationId xmlns:p14="http://schemas.microsoft.com/office/powerpoint/2010/main" val="2362419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F81D9-07D7-5D3D-E1C9-E791132F338F}"/>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8A76BBFE-7887-A9B7-A86C-AB6936E26FCD}"/>
              </a:ext>
            </a:extLst>
          </p:cNvPr>
          <p:cNvSpPr>
            <a:spLocks noGrp="1"/>
          </p:cNvSpPr>
          <p:nvPr>
            <p:ph idx="1"/>
          </p:nvPr>
        </p:nvSpPr>
        <p:spPr/>
        <p:txBody>
          <a:bodyPr/>
          <a:lstStyle/>
          <a:p>
            <a:r>
              <a:rPr lang="en-IN" dirty="0"/>
              <a:t>Nonlinear loads → Harmonic Current</a:t>
            </a:r>
          </a:p>
          <a:p>
            <a:r>
              <a:rPr lang="en-IN" dirty="0"/>
              <a:t>SAPF can compensate harmonic current</a:t>
            </a:r>
          </a:p>
          <a:p>
            <a:r>
              <a:rPr lang="en-IN" dirty="0"/>
              <a:t>AI based APF can adapt to nonlinear conditions</a:t>
            </a:r>
          </a:p>
          <a:p>
            <a:endParaRPr lang="en-IN" dirty="0"/>
          </a:p>
        </p:txBody>
      </p:sp>
    </p:spTree>
    <p:extLst>
      <p:ext uri="{BB962C8B-B14F-4D97-AF65-F5344CB8AC3E}">
        <p14:creationId xmlns:p14="http://schemas.microsoft.com/office/powerpoint/2010/main" val="523818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DB8BA-BA2E-CEAB-28DC-E0DA88A810FF}"/>
              </a:ext>
            </a:extLst>
          </p:cNvPr>
          <p:cNvSpPr>
            <a:spLocks noGrp="1"/>
          </p:cNvSpPr>
          <p:nvPr>
            <p:ph type="title"/>
          </p:nvPr>
        </p:nvSpPr>
        <p:spPr/>
        <p:txBody>
          <a:bodyPr/>
          <a:lstStyle/>
          <a:p>
            <a:r>
              <a:rPr lang="en-IN" dirty="0"/>
              <a:t>Problem Statement</a:t>
            </a:r>
          </a:p>
        </p:txBody>
      </p:sp>
      <p:sp>
        <p:nvSpPr>
          <p:cNvPr id="4" name="Content Placeholder 3">
            <a:extLst>
              <a:ext uri="{FF2B5EF4-FFF2-40B4-BE49-F238E27FC236}">
                <a16:creationId xmlns:a16="http://schemas.microsoft.com/office/drawing/2014/main" id="{82FF0C97-9688-33E4-B9E5-0F99CD6B433F}"/>
              </a:ext>
            </a:extLst>
          </p:cNvPr>
          <p:cNvSpPr>
            <a:spLocks noGrp="1"/>
          </p:cNvSpPr>
          <p:nvPr>
            <p:ph idx="1"/>
          </p:nvPr>
        </p:nvSpPr>
        <p:spPr/>
        <p:txBody>
          <a:bodyPr/>
          <a:lstStyle/>
          <a:p>
            <a:pPr marL="0" indent="0">
              <a:buNone/>
            </a:pPr>
            <a:r>
              <a:rPr lang="en-US" dirty="0"/>
              <a:t>Limitations of </a:t>
            </a:r>
            <a:r>
              <a:rPr lang="en-IN" dirty="0"/>
              <a:t>AI based APF</a:t>
            </a:r>
          </a:p>
          <a:p>
            <a:r>
              <a:rPr lang="en-IN" dirty="0"/>
              <a:t>Training data requirement</a:t>
            </a:r>
          </a:p>
          <a:p>
            <a:r>
              <a:rPr lang="en-IN" dirty="0"/>
              <a:t>Model complexity</a:t>
            </a:r>
          </a:p>
          <a:p>
            <a:r>
              <a:rPr lang="en-IN" dirty="0"/>
              <a:t>Computational overhead</a:t>
            </a:r>
          </a:p>
          <a:p>
            <a:pPr marL="0" indent="0">
              <a:buNone/>
            </a:pPr>
            <a:endParaRPr lang="en-IN" dirty="0"/>
          </a:p>
        </p:txBody>
      </p:sp>
    </p:spTree>
    <p:extLst>
      <p:ext uri="{BB962C8B-B14F-4D97-AF65-F5344CB8AC3E}">
        <p14:creationId xmlns:p14="http://schemas.microsoft.com/office/powerpoint/2010/main" val="3375611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E73845-215E-0F0C-69C1-FA740E346D52}"/>
              </a:ext>
            </a:extLst>
          </p:cNvPr>
          <p:cNvSpPr>
            <a:spLocks noGrp="1"/>
          </p:cNvSpPr>
          <p:nvPr>
            <p:ph type="title"/>
          </p:nvPr>
        </p:nvSpPr>
        <p:spPr/>
        <p:txBody>
          <a:bodyPr/>
          <a:lstStyle/>
          <a:p>
            <a:r>
              <a:rPr lang="en-IN" dirty="0"/>
              <a:t>Proposed System</a:t>
            </a:r>
          </a:p>
        </p:txBody>
      </p:sp>
      <p:pic>
        <p:nvPicPr>
          <p:cNvPr id="11" name="Content Placeholder 10">
            <a:extLst>
              <a:ext uri="{FF2B5EF4-FFF2-40B4-BE49-F238E27FC236}">
                <a16:creationId xmlns:a16="http://schemas.microsoft.com/office/drawing/2014/main" id="{343EDCA4-4459-986B-B45E-F694152F3B88}"/>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865447" y="1509713"/>
            <a:ext cx="10461106" cy="4983162"/>
          </a:xfrm>
          <a:prstGeom prst="rect">
            <a:avLst/>
          </a:prstGeom>
        </p:spPr>
      </p:pic>
      <p:cxnSp>
        <p:nvCxnSpPr>
          <p:cNvPr id="15" name="Straight Connector 14">
            <a:extLst>
              <a:ext uri="{FF2B5EF4-FFF2-40B4-BE49-F238E27FC236}">
                <a16:creationId xmlns:a16="http://schemas.microsoft.com/office/drawing/2014/main" id="{68B57021-6476-3425-7598-9633DED82D0D}"/>
              </a:ext>
            </a:extLst>
          </p:cNvPr>
          <p:cNvCxnSpPr>
            <a:cxnSpLocks/>
          </p:cNvCxnSpPr>
          <p:nvPr/>
        </p:nvCxnSpPr>
        <p:spPr>
          <a:xfrm flipV="1">
            <a:off x="3829050" y="3497580"/>
            <a:ext cx="0" cy="26289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28918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84D9-FA39-44DE-BCFD-1407E7A34406}"/>
              </a:ext>
            </a:extLst>
          </p:cNvPr>
          <p:cNvSpPr>
            <a:spLocks noGrp="1"/>
          </p:cNvSpPr>
          <p:nvPr>
            <p:ph type="title"/>
          </p:nvPr>
        </p:nvSpPr>
        <p:spPr/>
        <p:txBody>
          <a:bodyPr/>
          <a:lstStyle/>
          <a:p>
            <a:r>
              <a:rPr lang="en-IN" dirty="0"/>
              <a:t>Proposed Methodology</a:t>
            </a:r>
          </a:p>
        </p:txBody>
      </p:sp>
      <p:graphicFrame>
        <p:nvGraphicFramePr>
          <p:cNvPr id="4" name="Content Placeholder 3">
            <a:extLst>
              <a:ext uri="{FF2B5EF4-FFF2-40B4-BE49-F238E27FC236}">
                <a16:creationId xmlns:a16="http://schemas.microsoft.com/office/drawing/2014/main" id="{07F8EF2F-E70A-2147-0B86-0E65666DF88A}"/>
              </a:ext>
            </a:extLst>
          </p:cNvPr>
          <p:cNvGraphicFramePr>
            <a:graphicFrameLocks noGrp="1"/>
          </p:cNvGraphicFramePr>
          <p:nvPr>
            <p:ph idx="1"/>
            <p:extLst>
              <p:ext uri="{D42A27DB-BD31-4B8C-83A1-F6EECF244321}">
                <p14:modId xmlns:p14="http://schemas.microsoft.com/office/powerpoint/2010/main" val="1614380550"/>
              </p:ext>
            </p:extLst>
          </p:nvPr>
        </p:nvGraphicFramePr>
        <p:xfrm>
          <a:off x="1185672" y="7039928"/>
          <a:ext cx="10168128" cy="45363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A3BAFAAF-5E07-7E02-86D3-A94112DC3673}"/>
              </a:ext>
            </a:extLst>
          </p:cNvPr>
          <p:cNvGraphicFramePr/>
          <p:nvPr>
            <p:extLst>
              <p:ext uri="{D42A27DB-BD31-4B8C-83A1-F6EECF244321}">
                <p14:modId xmlns:p14="http://schemas.microsoft.com/office/powerpoint/2010/main" val="3533515813"/>
              </p:ext>
            </p:extLst>
          </p:nvPr>
        </p:nvGraphicFramePr>
        <p:xfrm>
          <a:off x="2032000" y="1828800"/>
          <a:ext cx="8128000" cy="43095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033590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DCBF-3637-1B1C-9AA6-046932E48066}"/>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F5980410-184F-BABA-E8EA-A7688021784D}"/>
              </a:ext>
            </a:extLst>
          </p:cNvPr>
          <p:cNvSpPr>
            <a:spLocks noGrp="1"/>
          </p:cNvSpPr>
          <p:nvPr>
            <p:ph idx="1"/>
          </p:nvPr>
        </p:nvSpPr>
        <p:spPr/>
        <p:txBody>
          <a:bodyPr/>
          <a:lstStyle/>
          <a:p>
            <a:r>
              <a:rPr lang="en-US" dirty="0"/>
              <a:t>To Reduce THD</a:t>
            </a:r>
          </a:p>
          <a:p>
            <a:r>
              <a:rPr lang="en-US" dirty="0"/>
              <a:t>Low computation cost</a:t>
            </a:r>
          </a:p>
          <a:p>
            <a:r>
              <a:rPr lang="en-IN" dirty="0"/>
              <a:t>Applicable with wide ranges of loads</a:t>
            </a:r>
          </a:p>
        </p:txBody>
      </p:sp>
    </p:spTree>
    <p:extLst>
      <p:ext uri="{BB962C8B-B14F-4D97-AF65-F5344CB8AC3E}">
        <p14:creationId xmlns:p14="http://schemas.microsoft.com/office/powerpoint/2010/main" val="2287091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8FA13-6FFE-FA56-D31A-ED9F590BA3EE}"/>
              </a:ext>
            </a:extLst>
          </p:cNvPr>
          <p:cNvSpPr>
            <a:spLocks noGrp="1"/>
          </p:cNvSpPr>
          <p:nvPr>
            <p:ph type="title"/>
          </p:nvPr>
        </p:nvSpPr>
        <p:spPr>
          <a:xfrm>
            <a:off x="838200" y="2766218"/>
            <a:ext cx="10515600" cy="1325563"/>
          </a:xfrm>
        </p:spPr>
        <p:txBody>
          <a:bodyPr/>
          <a:lstStyle/>
          <a:p>
            <a:pPr algn="ctr"/>
            <a:r>
              <a:rPr lang="en-US" dirty="0"/>
              <a:t>Thank You</a:t>
            </a:r>
            <a:endParaRPr lang="en-IN" dirty="0"/>
          </a:p>
        </p:txBody>
      </p:sp>
    </p:spTree>
    <p:extLst>
      <p:ext uri="{BB962C8B-B14F-4D97-AF65-F5344CB8AC3E}">
        <p14:creationId xmlns:p14="http://schemas.microsoft.com/office/powerpoint/2010/main" val="1530576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1024</Words>
  <Application>Microsoft Office PowerPoint</Application>
  <PresentationFormat>Widescreen</PresentationFormat>
  <Paragraphs>127</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 ANN BASED ACTIVE POWER FILTER FOR ADAPTIVE HARMONIC COMPENSATION</vt:lpstr>
      <vt:lpstr>Other Research Topics</vt:lpstr>
      <vt:lpstr>Literature Review</vt:lpstr>
      <vt:lpstr>Introduction</vt:lpstr>
      <vt:lpstr>Problem Statement</vt:lpstr>
      <vt:lpstr>Proposed System</vt:lpstr>
      <vt:lpstr>Proposed Methodology</vt:lpstr>
      <vt:lpstr>Objectives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Kaladharan Lal</dc:creator>
  <cp:lastModifiedBy>Kaladharan Lal</cp:lastModifiedBy>
  <cp:revision>11</cp:revision>
  <dcterms:created xsi:type="dcterms:W3CDTF">2026-08-18T16:13:47Z</dcterms:created>
  <dcterms:modified xsi:type="dcterms:W3CDTF">2026-08-19T07:31:06Z</dcterms:modified>
</cp:coreProperties>
</file>